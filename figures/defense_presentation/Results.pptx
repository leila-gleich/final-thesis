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714" r:id="rId4"/>
    <p:sldId id="3707" r:id="rId5"/>
    <p:sldId id="3713" r:id="rId6"/>
    <p:sldId id="3709" r:id="rId7"/>
    <p:sldId id="3710" r:id="rId8"/>
    <p:sldId id="3711" r:id="rId9"/>
    <p:sldId id="3712" r:id="rId10"/>
    <p:sldId id="3708" r:id="rId11"/>
    <p:sldId id="37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ECE3B5-430D-AC40-A1FB-20AFE744A5A2}" v="1860" dt="2026-09-24T21:57:14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79"/>
    <p:restoredTop sz="94589"/>
  </p:normalViewPr>
  <p:slideViewPr>
    <p:cSldViewPr snapToGrid="0">
      <p:cViewPr varScale="1">
        <p:scale>
          <a:sx n="99" d="100"/>
          <a:sy n="99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ich, Leila" userId="59b27017-6fc6-4403-bb5c-429e2df4ed1b" providerId="ADAL" clId="{0FC391F2-7F15-5E52-A508-197EA8BE4FFC}"/>
    <pc:docChg chg="undo custSel addSld delSld modSld sldOrd">
      <pc:chgData name="Gleich, Leila" userId="59b27017-6fc6-4403-bb5c-429e2df4ed1b" providerId="ADAL" clId="{0FC391F2-7F15-5E52-A508-197EA8BE4FFC}" dt="2026-09-24T21:57:15.248" v="2453"/>
      <pc:docMkLst>
        <pc:docMk/>
      </pc:docMkLst>
      <pc:sldChg chg="addSp delSp modSp mod">
        <pc:chgData name="Gleich, Leila" userId="59b27017-6fc6-4403-bb5c-429e2df4ed1b" providerId="ADAL" clId="{0FC391F2-7F15-5E52-A508-197EA8BE4FFC}" dt="2026-09-24T21:57:15.248" v="2453"/>
        <pc:sldMkLst>
          <pc:docMk/>
          <pc:sldMk cId="1873128518" sldId="257"/>
        </pc:sldMkLst>
        <pc:spChg chg="add del mod">
          <ac:chgData name="Gleich, Leila" userId="59b27017-6fc6-4403-bb5c-429e2df4ed1b" providerId="ADAL" clId="{0FC391F2-7F15-5E52-A508-197EA8BE4FFC}" dt="2026-09-24T21:57:15.248" v="2453"/>
          <ac:spMkLst>
            <pc:docMk/>
            <pc:sldMk cId="1873128518" sldId="257"/>
            <ac:spMk id="3" creationId="{CC754D62-BD94-884E-15D3-AC0E76779A3E}"/>
          </ac:spMkLst>
        </pc:spChg>
        <pc:graphicFrameChg chg="mod">
          <ac:chgData name="Gleich, Leila" userId="59b27017-6fc6-4403-bb5c-429e2df4ed1b" providerId="ADAL" clId="{0FC391F2-7F15-5E52-A508-197EA8BE4FFC}" dt="2026-09-24T21:08:13.384" v="2450" actId="20577"/>
          <ac:graphicFrameMkLst>
            <pc:docMk/>
            <pc:sldMk cId="1873128518" sldId="257"/>
            <ac:graphicFrameMk id="2" creationId="{FD284EDA-01A0-FF3F-882A-BD8A7C5DF180}"/>
          </ac:graphicFrameMkLst>
        </pc:graphicFrameChg>
      </pc:sldChg>
      <pc:sldChg chg="addSp delSp modSp mod">
        <pc:chgData name="Gleich, Leila" userId="59b27017-6fc6-4403-bb5c-429e2df4ed1b" providerId="ADAL" clId="{0FC391F2-7F15-5E52-A508-197EA8BE4FFC}" dt="2026-09-21T22:36:36.059" v="621" actId="20577"/>
        <pc:sldMkLst>
          <pc:docMk/>
          <pc:sldMk cId="3000222424" sldId="3707"/>
        </pc:sldMkLst>
        <pc:spChg chg="mod">
          <ac:chgData name="Gleich, Leila" userId="59b27017-6fc6-4403-bb5c-429e2df4ed1b" providerId="ADAL" clId="{0FC391F2-7F15-5E52-A508-197EA8BE4FFC}" dt="2026-09-21T22:18:16.132" v="292" actId="33524"/>
          <ac:spMkLst>
            <pc:docMk/>
            <pc:sldMk cId="3000222424" sldId="3707"/>
            <ac:spMk id="2" creationId="{60A027DC-FF9C-4F86-AC05-EE35CDABEC52}"/>
          </ac:spMkLst>
        </pc:spChg>
        <pc:spChg chg="add mod">
          <ac:chgData name="Gleich, Leila" userId="59b27017-6fc6-4403-bb5c-429e2df4ed1b" providerId="ADAL" clId="{0FC391F2-7F15-5E52-A508-197EA8BE4FFC}" dt="2026-09-21T22:34:39.848" v="524" actId="1076"/>
          <ac:spMkLst>
            <pc:docMk/>
            <pc:sldMk cId="3000222424" sldId="3707"/>
            <ac:spMk id="3" creationId="{6F469499-4CB7-3842-2322-E8E5FF874817}"/>
          </ac:spMkLst>
        </pc:spChg>
        <pc:spChg chg="add mod">
          <ac:chgData name="Gleich, Leila" userId="59b27017-6fc6-4403-bb5c-429e2df4ed1b" providerId="ADAL" clId="{0FC391F2-7F15-5E52-A508-197EA8BE4FFC}" dt="2026-09-21T22:35:03.920" v="530" actId="1076"/>
          <ac:spMkLst>
            <pc:docMk/>
            <pc:sldMk cId="3000222424" sldId="3707"/>
            <ac:spMk id="6" creationId="{CDFA93D2-AB0C-9B98-5EF9-B1FA3F4F5F9E}"/>
          </ac:spMkLst>
        </pc:spChg>
        <pc:spChg chg="add mod">
          <ac:chgData name="Gleich, Leila" userId="59b27017-6fc6-4403-bb5c-429e2df4ed1b" providerId="ADAL" clId="{0FC391F2-7F15-5E52-A508-197EA8BE4FFC}" dt="2026-09-21T22:35:17.314" v="533"/>
          <ac:spMkLst>
            <pc:docMk/>
            <pc:sldMk cId="3000222424" sldId="3707"/>
            <ac:spMk id="8" creationId="{4DFB1B4D-9B2F-D7C9-431F-811B3DA1175F}"/>
          </ac:spMkLst>
        </pc:spChg>
        <pc:spChg chg="add mod">
          <ac:chgData name="Gleich, Leila" userId="59b27017-6fc6-4403-bb5c-429e2df4ed1b" providerId="ADAL" clId="{0FC391F2-7F15-5E52-A508-197EA8BE4FFC}" dt="2026-09-21T22:35:29.951" v="536"/>
          <ac:spMkLst>
            <pc:docMk/>
            <pc:sldMk cId="3000222424" sldId="3707"/>
            <ac:spMk id="9" creationId="{2A495697-4D0D-ABE0-3E90-8098DFB9A3C8}"/>
          </ac:spMkLst>
        </pc:spChg>
        <pc:spChg chg="add mod">
          <ac:chgData name="Gleich, Leila" userId="59b27017-6fc6-4403-bb5c-429e2df4ed1b" providerId="ADAL" clId="{0FC391F2-7F15-5E52-A508-197EA8BE4FFC}" dt="2026-09-21T22:35:47.940" v="548" actId="20577"/>
          <ac:spMkLst>
            <pc:docMk/>
            <pc:sldMk cId="3000222424" sldId="3707"/>
            <ac:spMk id="11" creationId="{BB820742-4996-E2EA-C7BA-BA126F019FCB}"/>
          </ac:spMkLst>
        </pc:spChg>
        <pc:spChg chg="add del">
          <ac:chgData name="Gleich, Leila" userId="59b27017-6fc6-4403-bb5c-429e2df4ed1b" providerId="ADAL" clId="{0FC391F2-7F15-5E52-A508-197EA8BE4FFC}" dt="2026-09-21T22:08:40.957" v="59" actId="478"/>
          <ac:spMkLst>
            <pc:docMk/>
            <pc:sldMk cId="3000222424" sldId="3707"/>
            <ac:spMk id="44" creationId="{0E5DFB21-D881-4430-8750-9205101AF60E}"/>
          </ac:spMkLst>
        </pc:spChg>
        <pc:spChg chg="add del mod">
          <ac:chgData name="Gleich, Leila" userId="59b27017-6fc6-4403-bb5c-429e2df4ed1b" providerId="ADAL" clId="{0FC391F2-7F15-5E52-A508-197EA8BE4FFC}" dt="2026-09-21T22:36:28.630" v="615" actId="20577"/>
          <ac:spMkLst>
            <pc:docMk/>
            <pc:sldMk cId="3000222424" sldId="3707"/>
            <ac:spMk id="45" creationId="{D9B5221C-0C26-439D-A0C7-3F6AB3EC4634}"/>
          </ac:spMkLst>
        </pc:spChg>
        <pc:spChg chg="mod">
          <ac:chgData name="Gleich, Leila" userId="59b27017-6fc6-4403-bb5c-429e2df4ed1b" providerId="ADAL" clId="{0FC391F2-7F15-5E52-A508-197EA8BE4FFC}" dt="2026-09-21T22:36:32.259" v="618" actId="20577"/>
          <ac:spMkLst>
            <pc:docMk/>
            <pc:sldMk cId="3000222424" sldId="3707"/>
            <ac:spMk id="48" creationId="{4416A93E-6A68-4B0C-8F8A-CFE9AB66438B}"/>
          </ac:spMkLst>
        </pc:spChg>
        <pc:spChg chg="mod">
          <ac:chgData name="Gleich, Leila" userId="59b27017-6fc6-4403-bb5c-429e2df4ed1b" providerId="ADAL" clId="{0FC391F2-7F15-5E52-A508-197EA8BE4FFC}" dt="2026-09-21T22:36:01.940" v="570" actId="20577"/>
          <ac:spMkLst>
            <pc:docMk/>
            <pc:sldMk cId="3000222424" sldId="3707"/>
            <ac:spMk id="51" creationId="{6A0A6AC0-2167-48D2-B135-BEF427A54870}"/>
          </ac:spMkLst>
        </pc:spChg>
        <pc:spChg chg="mod">
          <ac:chgData name="Gleich, Leila" userId="59b27017-6fc6-4403-bb5c-429e2df4ed1b" providerId="ADAL" clId="{0FC391F2-7F15-5E52-A508-197EA8BE4FFC}" dt="2026-09-21T22:36:36.059" v="621" actId="20577"/>
          <ac:spMkLst>
            <pc:docMk/>
            <pc:sldMk cId="3000222424" sldId="3707"/>
            <ac:spMk id="54" creationId="{1FA0AAD8-4E19-4AE9-A5F9-01F39C687682}"/>
          </ac:spMkLst>
        </pc:spChg>
        <pc:spChg chg="mod">
          <ac:chgData name="Gleich, Leila" userId="59b27017-6fc6-4403-bb5c-429e2df4ed1b" providerId="ADAL" clId="{0FC391F2-7F15-5E52-A508-197EA8BE4FFC}" dt="2026-09-21T22:32:56.888" v="478" actId="14100"/>
          <ac:spMkLst>
            <pc:docMk/>
            <pc:sldMk cId="3000222424" sldId="3707"/>
            <ac:spMk id="75" creationId="{8FC4AD1C-E4E2-4DD5-8072-A0F413716104}"/>
          </ac:spMkLst>
        </pc:spChg>
        <pc:spChg chg="mod">
          <ac:chgData name="Gleich, Leila" userId="59b27017-6fc6-4403-bb5c-429e2df4ed1b" providerId="ADAL" clId="{0FC391F2-7F15-5E52-A508-197EA8BE4FFC}" dt="2026-09-21T22:33:02.520" v="486" actId="20577"/>
          <ac:spMkLst>
            <pc:docMk/>
            <pc:sldMk cId="3000222424" sldId="3707"/>
            <ac:spMk id="76" creationId="{F0CB4A6D-4F85-4502-931E-B9CCCA0F2F73}"/>
          </ac:spMkLst>
        </pc:spChg>
        <pc:spChg chg="mod">
          <ac:chgData name="Gleich, Leila" userId="59b27017-6fc6-4403-bb5c-429e2df4ed1b" providerId="ADAL" clId="{0FC391F2-7F15-5E52-A508-197EA8BE4FFC}" dt="2026-09-21T22:33:50.894" v="513" actId="207"/>
          <ac:spMkLst>
            <pc:docMk/>
            <pc:sldMk cId="3000222424" sldId="3707"/>
            <ac:spMk id="77" creationId="{AA2DB6D2-BD87-4596-8075-957901E0E6DA}"/>
          </ac:spMkLst>
        </pc:spChg>
        <pc:spChg chg="add del mod">
          <ac:chgData name="Gleich, Leila" userId="59b27017-6fc6-4403-bb5c-429e2df4ed1b" providerId="ADAL" clId="{0FC391F2-7F15-5E52-A508-197EA8BE4FFC}" dt="2026-09-21T22:33:46.059" v="512" actId="1076"/>
          <ac:spMkLst>
            <pc:docMk/>
            <pc:sldMk cId="3000222424" sldId="3707"/>
            <ac:spMk id="78" creationId="{55B40A7F-2854-4312-A457-08F4001F5987}"/>
          </ac:spMkLst>
        </pc:spChg>
        <pc:spChg chg="mod">
          <ac:chgData name="Gleich, Leila" userId="59b27017-6fc6-4403-bb5c-429e2df4ed1b" providerId="ADAL" clId="{0FC391F2-7F15-5E52-A508-197EA8BE4FFC}" dt="2026-09-21T22:34:11.246" v="515" actId="20577"/>
          <ac:spMkLst>
            <pc:docMk/>
            <pc:sldMk cId="3000222424" sldId="3707"/>
            <ac:spMk id="86" creationId="{6758366E-388A-4CD4-BE5A-794CA6D48325}"/>
          </ac:spMkLst>
        </pc:spChg>
        <pc:spChg chg="mod">
          <ac:chgData name="Gleich, Leila" userId="59b27017-6fc6-4403-bb5c-429e2df4ed1b" providerId="ADAL" clId="{0FC391F2-7F15-5E52-A508-197EA8BE4FFC}" dt="2026-09-21T22:32:51.201" v="472" actId="20577"/>
          <ac:spMkLst>
            <pc:docMk/>
            <pc:sldMk cId="3000222424" sldId="3707"/>
            <ac:spMk id="87" creationId="{D4586C09-B414-4E3D-976B-AF9426948C85}"/>
          </ac:spMkLst>
        </pc:spChg>
        <pc:spChg chg="mod">
          <ac:chgData name="Gleich, Leila" userId="59b27017-6fc6-4403-bb5c-429e2df4ed1b" providerId="ADAL" clId="{0FC391F2-7F15-5E52-A508-197EA8BE4FFC}" dt="2026-09-21T22:12:59.293" v="270" actId="20577"/>
          <ac:spMkLst>
            <pc:docMk/>
            <pc:sldMk cId="3000222424" sldId="3707"/>
            <ac:spMk id="89" creationId="{56D41224-F3FC-4D98-BA10-152552980BE3}"/>
          </ac:spMkLst>
        </pc:spChg>
        <pc:spChg chg="mod">
          <ac:chgData name="Gleich, Leila" userId="59b27017-6fc6-4403-bb5c-429e2df4ed1b" providerId="ADAL" clId="{0FC391F2-7F15-5E52-A508-197EA8BE4FFC}" dt="2026-09-21T22:12:53.021" v="268"/>
          <ac:spMkLst>
            <pc:docMk/>
            <pc:sldMk cId="3000222424" sldId="3707"/>
            <ac:spMk id="90" creationId="{E2C10DDA-3CAA-49C1-8F03-4095E95E90EA}"/>
          </ac:spMkLst>
        </pc:spChg>
        <pc:spChg chg="mod">
          <ac:chgData name="Gleich, Leila" userId="59b27017-6fc6-4403-bb5c-429e2df4ed1b" providerId="ADAL" clId="{0FC391F2-7F15-5E52-A508-197EA8BE4FFC}" dt="2026-09-21T22:13:19.495" v="273" actId="20577"/>
          <ac:spMkLst>
            <pc:docMk/>
            <pc:sldMk cId="3000222424" sldId="3707"/>
            <ac:spMk id="92" creationId="{CE2B0A08-6F88-46D0-8E8D-AE3B3088B35A}"/>
          </ac:spMkLst>
        </pc:spChg>
        <pc:spChg chg="mod">
          <ac:chgData name="Gleich, Leila" userId="59b27017-6fc6-4403-bb5c-429e2df4ed1b" providerId="ADAL" clId="{0FC391F2-7F15-5E52-A508-197EA8BE4FFC}" dt="2026-09-21T22:13:12.804" v="271"/>
          <ac:spMkLst>
            <pc:docMk/>
            <pc:sldMk cId="3000222424" sldId="3707"/>
            <ac:spMk id="93" creationId="{82C22C23-4757-4C85-B324-DB07332A9D1A}"/>
          </ac:spMkLst>
        </pc:spChg>
        <pc:spChg chg="mod">
          <ac:chgData name="Gleich, Leila" userId="59b27017-6fc6-4403-bb5c-429e2df4ed1b" providerId="ADAL" clId="{0FC391F2-7F15-5E52-A508-197EA8BE4FFC}" dt="2026-09-21T22:10:20.706" v="212" actId="20577"/>
          <ac:spMkLst>
            <pc:docMk/>
            <pc:sldMk cId="3000222424" sldId="3707"/>
            <ac:spMk id="95" creationId="{B2CEC406-139E-4196-82A2-8AA6279775C5}"/>
          </ac:spMkLst>
        </pc:spChg>
        <pc:spChg chg="mod">
          <ac:chgData name="Gleich, Leila" userId="59b27017-6fc6-4403-bb5c-429e2df4ed1b" providerId="ADAL" clId="{0FC391F2-7F15-5E52-A508-197EA8BE4FFC}" dt="2026-09-21T22:10:14.032" v="210"/>
          <ac:spMkLst>
            <pc:docMk/>
            <pc:sldMk cId="3000222424" sldId="3707"/>
            <ac:spMk id="104" creationId="{4AFC7CF7-1FA2-4102-BF91-F72E26103F9F}"/>
          </ac:spMkLst>
        </pc:spChg>
        <pc:grpChg chg="add del mod">
          <ac:chgData name="Gleich, Leila" userId="59b27017-6fc6-4403-bb5c-429e2df4ed1b" providerId="ADAL" clId="{0FC391F2-7F15-5E52-A508-197EA8BE4FFC}" dt="2026-09-21T22:14:48.134" v="291" actId="1076"/>
          <ac:grpSpMkLst>
            <pc:docMk/>
            <pc:sldMk cId="3000222424" sldId="3707"/>
            <ac:grpSpMk id="5" creationId="{2F7BB6E4-C8C0-445C-984B-D9812BCAB64C}"/>
          </ac:grpSpMkLst>
        </pc:grpChg>
        <pc:grpChg chg="mod">
          <ac:chgData name="Gleich, Leila" userId="59b27017-6fc6-4403-bb5c-429e2df4ed1b" providerId="ADAL" clId="{0FC391F2-7F15-5E52-A508-197EA8BE4FFC}" dt="2026-09-21T22:34:15.121" v="516" actId="1076"/>
          <ac:grpSpMkLst>
            <pc:docMk/>
            <pc:sldMk cId="3000222424" sldId="3707"/>
            <ac:grpSpMk id="85" creationId="{3D450C91-684D-4F7A-8287-B8C6D2657CBA}"/>
          </ac:grpSpMkLst>
        </pc:grpChg>
        <pc:grpChg chg="mod">
          <ac:chgData name="Gleich, Leila" userId="59b27017-6fc6-4403-bb5c-429e2df4ed1b" providerId="ADAL" clId="{0FC391F2-7F15-5E52-A508-197EA8BE4FFC}" dt="2026-09-21T22:13:57.478" v="277" actId="1076"/>
          <ac:grpSpMkLst>
            <pc:docMk/>
            <pc:sldMk cId="3000222424" sldId="3707"/>
            <ac:grpSpMk id="88" creationId="{A9DF7FFD-DE66-48B2-8C14-1162A8FE0C62}"/>
          </ac:grpSpMkLst>
        </pc:grpChg>
        <pc:grpChg chg="mod">
          <ac:chgData name="Gleich, Leila" userId="59b27017-6fc6-4403-bb5c-429e2df4ed1b" providerId="ADAL" clId="{0FC391F2-7F15-5E52-A508-197EA8BE4FFC}" dt="2026-09-21T22:14:03.315" v="279" actId="1076"/>
          <ac:grpSpMkLst>
            <pc:docMk/>
            <pc:sldMk cId="3000222424" sldId="3707"/>
            <ac:grpSpMk id="91" creationId="{54D7C55D-C414-4E76-94F5-F386C2406B28}"/>
          </ac:grpSpMkLst>
        </pc:grpChg>
        <pc:grpChg chg="add del mod">
          <ac:chgData name="Gleich, Leila" userId="59b27017-6fc6-4403-bb5c-429e2df4ed1b" providerId="ADAL" clId="{0FC391F2-7F15-5E52-A508-197EA8BE4FFC}" dt="2026-09-21T22:10:14.032" v="210"/>
          <ac:grpSpMkLst>
            <pc:docMk/>
            <pc:sldMk cId="3000222424" sldId="3707"/>
            <ac:grpSpMk id="94" creationId="{51AFE313-D022-4719-8070-39A158E07219}"/>
          </ac:grpSpMkLst>
        </pc:grpChg>
        <pc:cxnChg chg="mod">
          <ac:chgData name="Gleich, Leila" userId="59b27017-6fc6-4403-bb5c-429e2df4ed1b" providerId="ADAL" clId="{0FC391F2-7F15-5E52-A508-197EA8BE4FFC}" dt="2026-09-21T22:13:53.429" v="276" actId="1076"/>
          <ac:cxnSpMkLst>
            <pc:docMk/>
            <pc:sldMk cId="3000222424" sldId="3707"/>
            <ac:cxnSpMk id="70" creationId="{4FC8BE52-233C-416B-B7BB-309D9E70A37D}"/>
          </ac:cxnSpMkLst>
        </pc:cxnChg>
        <pc:cxnChg chg="mod">
          <ac:chgData name="Gleich, Leila" userId="59b27017-6fc6-4403-bb5c-429e2df4ed1b" providerId="ADAL" clId="{0FC391F2-7F15-5E52-A508-197EA8BE4FFC}" dt="2026-09-21T22:13:59.939" v="278" actId="1076"/>
          <ac:cxnSpMkLst>
            <pc:docMk/>
            <pc:sldMk cId="3000222424" sldId="3707"/>
            <ac:cxnSpMk id="71" creationId="{0ACE5278-B2D2-4CE0-8864-E2E23F6D20BA}"/>
          </ac:cxnSpMkLst>
        </pc:cxnChg>
        <pc:cxnChg chg="add del mod">
          <ac:chgData name="Gleich, Leila" userId="59b27017-6fc6-4403-bb5c-429e2df4ed1b" providerId="ADAL" clId="{0FC391F2-7F15-5E52-A508-197EA8BE4FFC}" dt="2026-09-21T22:14:09.465" v="280" actId="1076"/>
          <ac:cxnSpMkLst>
            <pc:docMk/>
            <pc:sldMk cId="3000222424" sldId="3707"/>
            <ac:cxnSpMk id="73" creationId="{90B38F43-FE49-4C45-84CB-1D5B73401B7E}"/>
          </ac:cxnSpMkLst>
        </pc:cxnChg>
      </pc:sldChg>
      <pc:sldChg chg="addSp delSp modSp new mod setBg modClrScheme chgLayout">
        <pc:chgData name="Gleich, Leila" userId="59b27017-6fc6-4403-bb5c-429e2df4ed1b" providerId="ADAL" clId="{0FC391F2-7F15-5E52-A508-197EA8BE4FFC}" dt="2026-09-21T22:36:51.791" v="623" actId="255"/>
        <pc:sldMkLst>
          <pc:docMk/>
          <pc:sldMk cId="2567917880" sldId="3708"/>
        </pc:sldMkLst>
        <pc:graphicFrameChg chg="add mod modGraphic">
          <ac:chgData name="Gleich, Leila" userId="59b27017-6fc6-4403-bb5c-429e2df4ed1b" providerId="ADAL" clId="{0FC391F2-7F15-5E52-A508-197EA8BE4FFC}" dt="2026-09-21T22:36:51.791" v="623" actId="255"/>
          <ac:graphicFrameMkLst>
            <pc:docMk/>
            <pc:sldMk cId="2567917880" sldId="3708"/>
            <ac:graphicFrameMk id="3" creationId="{82663EF8-7FAD-E935-09C5-E56696089993}"/>
          </ac:graphicFrameMkLst>
        </pc:graphicFrameChg>
      </pc:sldChg>
      <pc:sldChg chg="addSp delSp modSp new mod ord setBg modClrScheme chgLayout">
        <pc:chgData name="Gleich, Leila" userId="59b27017-6fc6-4403-bb5c-429e2df4ed1b" providerId="ADAL" clId="{0FC391F2-7F15-5E52-A508-197EA8BE4FFC}" dt="2026-09-21T22:36:59.883" v="624" actId="20578"/>
        <pc:sldMkLst>
          <pc:docMk/>
          <pc:sldMk cId="357802626" sldId="3709"/>
        </pc:sldMkLst>
        <pc:spChg chg="add mod ord">
          <ac:chgData name="Gleich, Leila" userId="59b27017-6fc6-4403-bb5c-429e2df4ed1b" providerId="ADAL" clId="{0FC391F2-7F15-5E52-A508-197EA8BE4FFC}" dt="2026-09-21T22:30:48.294" v="464" actId="20577"/>
          <ac:spMkLst>
            <pc:docMk/>
            <pc:sldMk cId="357802626" sldId="3709"/>
            <ac:spMk id="4" creationId="{98B86FE2-18A6-2295-CC85-ACF7BCB6C4FA}"/>
          </ac:spMkLst>
        </pc:spChg>
        <pc:graphicFrameChg chg="add mod modGraphic">
          <ac:chgData name="Gleich, Leila" userId="59b27017-6fc6-4403-bb5c-429e2df4ed1b" providerId="ADAL" clId="{0FC391F2-7F15-5E52-A508-197EA8BE4FFC}" dt="2026-09-21T22:30:32.977" v="438" actId="1076"/>
          <ac:graphicFrameMkLst>
            <pc:docMk/>
            <pc:sldMk cId="357802626" sldId="3709"/>
            <ac:graphicFrameMk id="2" creationId="{8DB43610-8C8C-B9CB-9F1C-BDD32D878B8E}"/>
          </ac:graphicFrameMkLst>
        </pc:graphicFrameChg>
      </pc:sldChg>
      <pc:sldChg chg="addSp delSp modSp new mod ord setBg modClrScheme chgLayout">
        <pc:chgData name="Gleich, Leila" userId="59b27017-6fc6-4403-bb5c-429e2df4ed1b" providerId="ADAL" clId="{0FC391F2-7F15-5E52-A508-197EA8BE4FFC}" dt="2026-09-21T22:37:00.833" v="625" actId="20578"/>
        <pc:sldMkLst>
          <pc:docMk/>
          <pc:sldMk cId="1114999318" sldId="3710"/>
        </pc:sldMkLst>
        <pc:spChg chg="add mod ord">
          <ac:chgData name="Gleich, Leila" userId="59b27017-6fc6-4403-bb5c-429e2df4ed1b" providerId="ADAL" clId="{0FC391F2-7F15-5E52-A508-197EA8BE4FFC}" dt="2026-09-21T22:30:29.299" v="437" actId="20577"/>
          <ac:spMkLst>
            <pc:docMk/>
            <pc:sldMk cId="1114999318" sldId="3710"/>
            <ac:spMk id="3" creationId="{7E53071B-6F2A-C900-E87F-639ADD913EA2}"/>
          </ac:spMkLst>
        </pc:spChg>
        <pc:graphicFrameChg chg="add mod modGraphic">
          <ac:chgData name="Gleich, Leila" userId="59b27017-6fc6-4403-bb5c-429e2df4ed1b" providerId="ADAL" clId="{0FC391F2-7F15-5E52-A508-197EA8BE4FFC}" dt="2026-09-21T22:30:23.569" v="420" actId="1076"/>
          <ac:graphicFrameMkLst>
            <pc:docMk/>
            <pc:sldMk cId="1114999318" sldId="3710"/>
            <ac:graphicFrameMk id="2" creationId="{2538368C-96D5-3D73-65E1-D2320E150E75}"/>
          </ac:graphicFrameMkLst>
        </pc:graphicFrameChg>
      </pc:sldChg>
      <pc:sldChg chg="addSp modSp new mod ord setBg modClrScheme chgLayout">
        <pc:chgData name="Gleich, Leila" userId="59b27017-6fc6-4403-bb5c-429e2df4ed1b" providerId="ADAL" clId="{0FC391F2-7F15-5E52-A508-197EA8BE4FFC}" dt="2026-09-21T22:37:01.797" v="626" actId="20578"/>
        <pc:sldMkLst>
          <pc:docMk/>
          <pc:sldMk cId="2436398751" sldId="3711"/>
        </pc:sldMkLst>
        <pc:spChg chg="add mod ord">
          <ac:chgData name="Gleich, Leila" userId="59b27017-6fc6-4403-bb5c-429e2df4ed1b" providerId="ADAL" clId="{0FC391F2-7F15-5E52-A508-197EA8BE4FFC}" dt="2026-09-21T22:30:16.898" v="418" actId="20577"/>
          <ac:spMkLst>
            <pc:docMk/>
            <pc:sldMk cId="2436398751" sldId="3711"/>
            <ac:spMk id="3" creationId="{9687BDD2-8B64-78EC-8C1A-6A197CBF4243}"/>
          </ac:spMkLst>
        </pc:spChg>
        <pc:graphicFrameChg chg="add mod modGraphic">
          <ac:chgData name="Gleich, Leila" userId="59b27017-6fc6-4403-bb5c-429e2df4ed1b" providerId="ADAL" clId="{0FC391F2-7F15-5E52-A508-197EA8BE4FFC}" dt="2026-09-21T22:30:20.627" v="419" actId="1076"/>
          <ac:graphicFrameMkLst>
            <pc:docMk/>
            <pc:sldMk cId="2436398751" sldId="3711"/>
            <ac:graphicFrameMk id="2" creationId="{307B5D19-62E3-757E-3D4A-215072B6294E}"/>
          </ac:graphicFrameMkLst>
        </pc:graphicFrameChg>
      </pc:sldChg>
      <pc:sldChg chg="addSp modSp new mod ord setBg modClrScheme chgLayout">
        <pc:chgData name="Gleich, Leila" userId="59b27017-6fc6-4403-bb5c-429e2df4ed1b" providerId="ADAL" clId="{0FC391F2-7F15-5E52-A508-197EA8BE4FFC}" dt="2026-09-21T22:37:02.830" v="627" actId="20578"/>
        <pc:sldMkLst>
          <pc:docMk/>
          <pc:sldMk cId="3374238579" sldId="3712"/>
        </pc:sldMkLst>
        <pc:spChg chg="add mod ord">
          <ac:chgData name="Gleich, Leila" userId="59b27017-6fc6-4403-bb5c-429e2df4ed1b" providerId="ADAL" clId="{0FC391F2-7F15-5E52-A508-197EA8BE4FFC}" dt="2026-09-21T22:30:07.669" v="391" actId="20577"/>
          <ac:spMkLst>
            <pc:docMk/>
            <pc:sldMk cId="3374238579" sldId="3712"/>
            <ac:spMk id="3" creationId="{487CFE1B-225C-E601-DAD8-604D5A4F93B8}"/>
          </ac:spMkLst>
        </pc:spChg>
        <pc:graphicFrameChg chg="add mod modGraphic">
          <ac:chgData name="Gleich, Leila" userId="59b27017-6fc6-4403-bb5c-429e2df4ed1b" providerId="ADAL" clId="{0FC391F2-7F15-5E52-A508-197EA8BE4FFC}" dt="2026-09-21T22:30:02.814" v="369" actId="1076"/>
          <ac:graphicFrameMkLst>
            <pc:docMk/>
            <pc:sldMk cId="3374238579" sldId="3712"/>
            <ac:graphicFrameMk id="2" creationId="{33B9668D-E419-02BF-058A-BDBF85865A22}"/>
          </ac:graphicFrameMkLst>
        </pc:graphicFrameChg>
      </pc:sldChg>
      <pc:sldChg chg="addSp delSp modSp new mod modClrScheme chgLayout">
        <pc:chgData name="Gleich, Leila" userId="59b27017-6fc6-4403-bb5c-429e2df4ed1b" providerId="ADAL" clId="{0FC391F2-7F15-5E52-A508-197EA8BE4FFC}" dt="2026-09-21T22:59:35.467" v="1518" actId="20577"/>
        <pc:sldMkLst>
          <pc:docMk/>
          <pc:sldMk cId="636431856" sldId="3713"/>
        </pc:sldMkLst>
        <pc:graphicFrameChg chg="add mod modGraphic">
          <ac:chgData name="Gleich, Leila" userId="59b27017-6fc6-4403-bb5c-429e2df4ed1b" providerId="ADAL" clId="{0FC391F2-7F15-5E52-A508-197EA8BE4FFC}" dt="2026-09-21T22:59:35.467" v="1518" actId="20577"/>
          <ac:graphicFrameMkLst>
            <pc:docMk/>
            <pc:sldMk cId="636431856" sldId="3713"/>
            <ac:graphicFrameMk id="3" creationId="{A540EFA6-DB8D-C31C-37FE-85107950615C}"/>
          </ac:graphicFrameMkLst>
        </pc:graphicFrameChg>
      </pc:sldChg>
      <pc:sldChg chg="add">
        <pc:chgData name="Gleich, Leila" userId="59b27017-6fc6-4403-bb5c-429e2df4ed1b" providerId="ADAL" clId="{0FC391F2-7F15-5E52-A508-197EA8BE4FFC}" dt="2026-09-24T20:42:58.996" v="1519" actId="2890"/>
        <pc:sldMkLst>
          <pc:docMk/>
          <pc:sldMk cId="476587606" sldId="3714"/>
        </pc:sldMkLst>
      </pc:sldChg>
      <pc:sldChg chg="new">
        <pc:chgData name="Gleich, Leila" userId="59b27017-6fc6-4403-bb5c-429e2df4ed1b" providerId="ADAL" clId="{0FC391F2-7F15-5E52-A508-197EA8BE4FFC}" dt="2026-09-24T20:43:04.859" v="1520" actId="680"/>
        <pc:sldMkLst>
          <pc:docMk/>
          <pc:sldMk cId="2749248479" sldId="371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740C16-B43F-2145-84FB-BD333FC2AFF3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58140D-C391-B441-8557-02791ABCCF6B}">
      <dgm:prSet phldrT="[Text]"/>
      <dgm:spPr/>
      <dgm:t>
        <a:bodyPr/>
        <a:lstStyle/>
        <a:p>
          <a:r>
            <a:rPr lang="en-US" dirty="0"/>
            <a:t>Initial Exploratory Data Analysis</a:t>
          </a:r>
        </a:p>
      </dgm:t>
    </dgm:pt>
    <dgm:pt modelId="{484A5431-6C68-ED43-8090-9C07D3A4E4A3}" type="parTrans" cxnId="{D0A92B1C-EDCB-814D-A65A-491F1BA73E16}">
      <dgm:prSet/>
      <dgm:spPr/>
      <dgm:t>
        <a:bodyPr/>
        <a:lstStyle/>
        <a:p>
          <a:endParaRPr lang="en-US"/>
        </a:p>
      </dgm:t>
    </dgm:pt>
    <dgm:pt modelId="{BBEB97B8-38E7-A746-A8E3-3B1AFB23BE03}" type="sibTrans" cxnId="{D0A92B1C-EDCB-814D-A65A-491F1BA73E16}">
      <dgm:prSet/>
      <dgm:spPr/>
      <dgm:t>
        <a:bodyPr/>
        <a:lstStyle/>
        <a:p>
          <a:endParaRPr lang="en-US"/>
        </a:p>
      </dgm:t>
    </dgm:pt>
    <dgm:pt modelId="{609BE01F-A734-3745-8C31-22B6436088A5}">
      <dgm:prSet phldrT="[Text]"/>
      <dgm:spPr/>
      <dgm:t>
        <a:bodyPr/>
        <a:lstStyle/>
        <a:p>
          <a:r>
            <a:rPr lang="en-US" dirty="0"/>
            <a:t>Data Filtering and Subset Selection</a:t>
          </a:r>
        </a:p>
      </dgm:t>
    </dgm:pt>
    <dgm:pt modelId="{3507CDE7-4121-B043-8DBD-8F2B640B44F6}" type="parTrans" cxnId="{8CE891E5-ED87-5840-93F7-F9944ADDEE39}">
      <dgm:prSet/>
      <dgm:spPr/>
      <dgm:t>
        <a:bodyPr/>
        <a:lstStyle/>
        <a:p>
          <a:endParaRPr lang="en-US"/>
        </a:p>
      </dgm:t>
    </dgm:pt>
    <dgm:pt modelId="{6619AF43-86B4-4047-BF62-BDEBAF30A9C9}" type="sibTrans" cxnId="{8CE891E5-ED87-5840-93F7-F9944ADDEE39}">
      <dgm:prSet/>
      <dgm:spPr/>
      <dgm:t>
        <a:bodyPr/>
        <a:lstStyle/>
        <a:p>
          <a:endParaRPr lang="en-US"/>
        </a:p>
      </dgm:t>
    </dgm:pt>
    <dgm:pt modelId="{FB6C272A-4526-6248-8D44-02579A808527}">
      <dgm:prSet phldrT="[Text]"/>
      <dgm:spPr/>
      <dgm:t>
        <a:bodyPr/>
        <a:lstStyle/>
        <a:p>
          <a:r>
            <a:rPr lang="en-US" dirty="0"/>
            <a:t>Model development and execution</a:t>
          </a:r>
        </a:p>
      </dgm:t>
    </dgm:pt>
    <dgm:pt modelId="{EA246907-076B-E446-8D45-813BB01A23BF}" type="parTrans" cxnId="{8F6D3D37-A669-7041-8CCC-F701E078BDC4}">
      <dgm:prSet/>
      <dgm:spPr/>
      <dgm:t>
        <a:bodyPr/>
        <a:lstStyle/>
        <a:p>
          <a:endParaRPr lang="en-US"/>
        </a:p>
      </dgm:t>
    </dgm:pt>
    <dgm:pt modelId="{7065F274-A4C1-DE40-B0AB-08909DFD20D2}" type="sibTrans" cxnId="{8F6D3D37-A669-7041-8CCC-F701E078BDC4}">
      <dgm:prSet/>
      <dgm:spPr/>
      <dgm:t>
        <a:bodyPr/>
        <a:lstStyle/>
        <a:p>
          <a:endParaRPr lang="en-US"/>
        </a:p>
      </dgm:t>
    </dgm:pt>
    <dgm:pt modelId="{55B4F827-ED0B-B74A-8C66-3E114C0304B3}">
      <dgm:prSet phldrT="[Text]"/>
      <dgm:spPr/>
      <dgm:t>
        <a:bodyPr/>
        <a:lstStyle/>
        <a:p>
          <a:r>
            <a:rPr lang="en-US" dirty="0"/>
            <a:t>Model Evaluation and Results</a:t>
          </a:r>
        </a:p>
      </dgm:t>
    </dgm:pt>
    <dgm:pt modelId="{067127FF-D36B-F24C-874A-F4D4A1E38506}" type="parTrans" cxnId="{0A4C47AE-8F0B-8D4F-A423-E7742552AB9D}">
      <dgm:prSet/>
      <dgm:spPr/>
      <dgm:t>
        <a:bodyPr/>
        <a:lstStyle/>
        <a:p>
          <a:endParaRPr lang="en-US"/>
        </a:p>
      </dgm:t>
    </dgm:pt>
    <dgm:pt modelId="{E5211BFD-BD99-0A44-9095-EE917B29207B}" type="sibTrans" cxnId="{0A4C47AE-8F0B-8D4F-A423-E7742552AB9D}">
      <dgm:prSet/>
      <dgm:spPr/>
      <dgm:t>
        <a:bodyPr/>
        <a:lstStyle/>
        <a:p>
          <a:endParaRPr lang="en-US"/>
        </a:p>
      </dgm:t>
    </dgm:pt>
    <dgm:pt modelId="{07A65C67-9255-654A-91E3-1E08FBEC256E}">
      <dgm:prSet phldrT="[Text]"/>
      <dgm:spPr/>
      <dgm:t>
        <a:bodyPr/>
        <a:lstStyle/>
        <a:p>
          <a:r>
            <a:rPr lang="en-US" dirty="0"/>
            <a:t>Descriptive Stats</a:t>
          </a:r>
        </a:p>
      </dgm:t>
    </dgm:pt>
    <dgm:pt modelId="{8E1C13DA-0D3D-C146-A722-9018D93F355B}" type="parTrans" cxnId="{3DB22BB9-9F52-C34B-B98C-3AD9DC3207BE}">
      <dgm:prSet/>
      <dgm:spPr/>
      <dgm:t>
        <a:bodyPr/>
        <a:lstStyle/>
        <a:p>
          <a:endParaRPr lang="en-US"/>
        </a:p>
      </dgm:t>
    </dgm:pt>
    <dgm:pt modelId="{892F9E2C-68F0-DD4D-8086-B52739EF1F2A}" type="sibTrans" cxnId="{3DB22BB9-9F52-C34B-B98C-3AD9DC3207BE}">
      <dgm:prSet/>
      <dgm:spPr/>
      <dgm:t>
        <a:bodyPr/>
        <a:lstStyle/>
        <a:p>
          <a:endParaRPr lang="en-US"/>
        </a:p>
      </dgm:t>
    </dgm:pt>
    <dgm:pt modelId="{D8AAF3C3-885B-F848-8C00-051781A83BEF}">
      <dgm:prSet phldrT="[Text]"/>
      <dgm:spPr/>
      <dgm:t>
        <a:bodyPr/>
        <a:lstStyle/>
        <a:p>
          <a:r>
            <a:rPr lang="en-US" dirty="0"/>
            <a:t>Feature engineering</a:t>
          </a:r>
        </a:p>
      </dgm:t>
    </dgm:pt>
    <dgm:pt modelId="{45B3F936-2E5C-DE46-8A9D-EA2F9AADAC31}" type="parTrans" cxnId="{0A042E4E-F3C5-454A-9C45-1B94DE984190}">
      <dgm:prSet/>
      <dgm:spPr/>
      <dgm:t>
        <a:bodyPr/>
        <a:lstStyle/>
        <a:p>
          <a:endParaRPr lang="en-US"/>
        </a:p>
      </dgm:t>
    </dgm:pt>
    <dgm:pt modelId="{FD13285A-CA25-E043-B018-32DABCA99DB4}" type="sibTrans" cxnId="{0A042E4E-F3C5-454A-9C45-1B94DE984190}">
      <dgm:prSet/>
      <dgm:spPr/>
      <dgm:t>
        <a:bodyPr/>
        <a:lstStyle/>
        <a:p>
          <a:endParaRPr lang="en-US"/>
        </a:p>
      </dgm:t>
    </dgm:pt>
    <dgm:pt modelId="{A4C9E9AC-74C7-454E-B408-84A92FEEC766}">
      <dgm:prSet phldrT="[Text]"/>
      <dgm:spPr/>
      <dgm:t>
        <a:bodyPr/>
        <a:lstStyle/>
        <a:p>
          <a:r>
            <a:rPr lang="en-US" dirty="0"/>
            <a:t>Model Testing</a:t>
          </a:r>
        </a:p>
      </dgm:t>
    </dgm:pt>
    <dgm:pt modelId="{5D28DEE4-F817-0C41-B26B-61849297B743}" type="parTrans" cxnId="{A9AD554B-0458-6845-9BD6-B8776BED6DD8}">
      <dgm:prSet/>
      <dgm:spPr/>
      <dgm:t>
        <a:bodyPr/>
        <a:lstStyle/>
        <a:p>
          <a:endParaRPr lang="en-US"/>
        </a:p>
      </dgm:t>
    </dgm:pt>
    <dgm:pt modelId="{61BC8A00-04A3-D14F-8D4E-6878E9B7393A}" type="sibTrans" cxnId="{A9AD554B-0458-6845-9BD6-B8776BED6DD8}">
      <dgm:prSet/>
      <dgm:spPr/>
      <dgm:t>
        <a:bodyPr/>
        <a:lstStyle/>
        <a:p>
          <a:endParaRPr lang="en-US"/>
        </a:p>
      </dgm:t>
    </dgm:pt>
    <dgm:pt modelId="{3D12059B-7BF6-BC48-98F7-61D959C2C574}">
      <dgm:prSet phldrT="[Text]"/>
      <dgm:spPr/>
      <dgm:t>
        <a:bodyPr/>
        <a:lstStyle/>
        <a:p>
          <a:r>
            <a:rPr lang="en-US" dirty="0"/>
            <a:t>Implications</a:t>
          </a:r>
        </a:p>
      </dgm:t>
    </dgm:pt>
    <dgm:pt modelId="{2935A60B-EA3C-144A-9AC1-E8DA15933209}" type="parTrans" cxnId="{C6E3E33F-0228-4A46-87C1-2B4AB0598D09}">
      <dgm:prSet/>
      <dgm:spPr/>
      <dgm:t>
        <a:bodyPr/>
        <a:lstStyle/>
        <a:p>
          <a:endParaRPr lang="en-US"/>
        </a:p>
      </dgm:t>
    </dgm:pt>
    <dgm:pt modelId="{27D6C3AA-E28B-234C-8B9B-6F7EC585392A}" type="sibTrans" cxnId="{C6E3E33F-0228-4A46-87C1-2B4AB0598D09}">
      <dgm:prSet/>
      <dgm:spPr/>
      <dgm:t>
        <a:bodyPr/>
        <a:lstStyle/>
        <a:p>
          <a:endParaRPr lang="en-US"/>
        </a:p>
      </dgm:t>
    </dgm:pt>
    <dgm:pt modelId="{04F43A4E-06F6-134E-96E9-1EE5F085C19C}">
      <dgm:prSet phldrT="[Text]"/>
      <dgm:spPr/>
      <dgm:t>
        <a:bodyPr/>
        <a:lstStyle/>
        <a:p>
          <a:r>
            <a:rPr lang="en-US" dirty="0"/>
            <a:t>TSA &amp; OTP throughput data</a:t>
          </a:r>
        </a:p>
      </dgm:t>
    </dgm:pt>
    <dgm:pt modelId="{02B4CDDF-708E-3642-ADF7-8D9967C77C42}" type="parTrans" cxnId="{7565A4A7-0CE4-DC43-BA9E-2EBB711F0B58}">
      <dgm:prSet/>
      <dgm:spPr/>
      <dgm:t>
        <a:bodyPr/>
        <a:lstStyle/>
        <a:p>
          <a:endParaRPr lang="en-US"/>
        </a:p>
      </dgm:t>
    </dgm:pt>
    <dgm:pt modelId="{B78F8265-F508-784B-A43B-22C91DAED930}" type="sibTrans" cxnId="{7565A4A7-0CE4-DC43-BA9E-2EBB711F0B58}">
      <dgm:prSet/>
      <dgm:spPr/>
      <dgm:t>
        <a:bodyPr/>
        <a:lstStyle/>
        <a:p>
          <a:endParaRPr lang="en-US"/>
        </a:p>
      </dgm:t>
    </dgm:pt>
    <dgm:pt modelId="{AE03096C-661D-5A47-A9B4-24BA8CAD4ED7}">
      <dgm:prSet phldrT="[Text]"/>
      <dgm:spPr/>
      <dgm:t>
        <a:bodyPr/>
        <a:lstStyle/>
        <a:p>
          <a:r>
            <a:rPr lang="en-US" dirty="0"/>
            <a:t>4 phase filtering pipeline</a:t>
          </a:r>
        </a:p>
      </dgm:t>
    </dgm:pt>
    <dgm:pt modelId="{5E597E51-C9F7-734A-8FAA-37B6FDC54AA3}" type="parTrans" cxnId="{A86A759C-645D-7C40-AA08-C07B2565CCA8}">
      <dgm:prSet/>
      <dgm:spPr/>
      <dgm:t>
        <a:bodyPr/>
        <a:lstStyle/>
        <a:p>
          <a:endParaRPr lang="en-US"/>
        </a:p>
      </dgm:t>
    </dgm:pt>
    <dgm:pt modelId="{B79352D1-0691-6543-9CFD-9AB8B4CC0782}" type="sibTrans" cxnId="{A86A759C-645D-7C40-AA08-C07B2565CCA8}">
      <dgm:prSet/>
      <dgm:spPr/>
      <dgm:t>
        <a:bodyPr/>
        <a:lstStyle/>
        <a:p>
          <a:endParaRPr lang="en-US"/>
        </a:p>
      </dgm:t>
    </dgm:pt>
    <dgm:pt modelId="{CE3424A8-F9D2-8947-9107-8F3AD9AB4375}">
      <dgm:prSet phldrT="[Text]"/>
      <dgm:spPr/>
      <dgm:t>
        <a:bodyPr/>
        <a:lstStyle/>
        <a:p>
          <a:r>
            <a:rPr lang="en-US" dirty="0"/>
            <a:t>Results from running models</a:t>
          </a:r>
        </a:p>
      </dgm:t>
    </dgm:pt>
    <dgm:pt modelId="{D4388322-5F02-614D-8476-872ACFD86E0A}" type="parTrans" cxnId="{7A5A16DD-98A2-024E-84DD-9B28D5A67FAB}">
      <dgm:prSet/>
      <dgm:spPr/>
      <dgm:t>
        <a:bodyPr/>
        <a:lstStyle/>
        <a:p>
          <a:endParaRPr lang="en-US"/>
        </a:p>
      </dgm:t>
    </dgm:pt>
    <dgm:pt modelId="{AB49A48C-BE57-C84D-84C5-9858AB723738}" type="sibTrans" cxnId="{7A5A16DD-98A2-024E-84DD-9B28D5A67FAB}">
      <dgm:prSet/>
      <dgm:spPr/>
      <dgm:t>
        <a:bodyPr/>
        <a:lstStyle/>
        <a:p>
          <a:endParaRPr lang="en-US"/>
        </a:p>
      </dgm:t>
    </dgm:pt>
    <dgm:pt modelId="{5A32FC8B-FF66-E14E-8B16-35DC890E23B0}">
      <dgm:prSet phldrT="[Text]"/>
      <dgm:spPr/>
      <dgm:t>
        <a:bodyPr/>
        <a:lstStyle/>
        <a:p>
          <a:r>
            <a:rPr lang="en-US" dirty="0"/>
            <a:t>General mode performance</a:t>
          </a:r>
        </a:p>
      </dgm:t>
    </dgm:pt>
    <dgm:pt modelId="{91A8B70E-C797-0D45-8975-FF260530E667}" type="parTrans" cxnId="{ECB97657-E4AE-164C-8998-7155DBB2D33C}">
      <dgm:prSet/>
      <dgm:spPr/>
      <dgm:t>
        <a:bodyPr/>
        <a:lstStyle/>
        <a:p>
          <a:endParaRPr lang="en-US"/>
        </a:p>
      </dgm:t>
    </dgm:pt>
    <dgm:pt modelId="{0E94B9BD-4FBE-464B-A18E-D66770154EC0}" type="sibTrans" cxnId="{ECB97657-E4AE-164C-8998-7155DBB2D33C}">
      <dgm:prSet/>
      <dgm:spPr/>
      <dgm:t>
        <a:bodyPr/>
        <a:lstStyle/>
        <a:p>
          <a:endParaRPr lang="en-US"/>
        </a:p>
      </dgm:t>
    </dgm:pt>
    <dgm:pt modelId="{5583A854-81D7-964C-913E-AC54638D15F7}">
      <dgm:prSet phldrT="[Text]"/>
      <dgm:spPr/>
      <dgm:t>
        <a:bodyPr/>
        <a:lstStyle/>
        <a:p>
          <a:r>
            <a:rPr lang="en-US" dirty="0"/>
            <a:t>Implications of model performance for predictive forecasting in aviation</a:t>
          </a:r>
        </a:p>
      </dgm:t>
    </dgm:pt>
    <dgm:pt modelId="{6EFCFC79-CDEA-B546-B4C9-7F197F302E8B}" type="parTrans" cxnId="{5793322B-E724-0344-B8C9-B6FB38FE0FC5}">
      <dgm:prSet/>
      <dgm:spPr/>
      <dgm:t>
        <a:bodyPr/>
        <a:lstStyle/>
        <a:p>
          <a:endParaRPr lang="en-US"/>
        </a:p>
      </dgm:t>
    </dgm:pt>
    <dgm:pt modelId="{DFD912D9-4942-3A4B-A114-B0E0C57D8DD6}" type="sibTrans" cxnId="{5793322B-E724-0344-B8C9-B6FB38FE0FC5}">
      <dgm:prSet/>
      <dgm:spPr/>
      <dgm:t>
        <a:bodyPr/>
        <a:lstStyle/>
        <a:p>
          <a:endParaRPr lang="en-US"/>
        </a:p>
      </dgm:t>
    </dgm:pt>
    <dgm:pt modelId="{D80AED84-D0E0-EE4D-B0B3-C4848F64931B}">
      <dgm:prSet phldrT="[Text]"/>
      <dgm:spPr/>
      <dgm:t>
        <a:bodyPr/>
        <a:lstStyle/>
        <a:p>
          <a:r>
            <a:rPr lang="en-US" dirty="0"/>
            <a:t>Model performance in the context of thesis</a:t>
          </a:r>
        </a:p>
      </dgm:t>
    </dgm:pt>
    <dgm:pt modelId="{CC687E27-5A4B-7A44-80F1-311DC6FB0A58}" type="parTrans" cxnId="{4858C22C-C91E-2347-B169-9A77ADC046BF}">
      <dgm:prSet/>
      <dgm:spPr/>
      <dgm:t>
        <a:bodyPr/>
        <a:lstStyle/>
        <a:p>
          <a:endParaRPr lang="en-US"/>
        </a:p>
      </dgm:t>
    </dgm:pt>
    <dgm:pt modelId="{A150C51B-DF02-BB47-B53E-E7847175C8A2}" type="sibTrans" cxnId="{4858C22C-C91E-2347-B169-9A77ADC046BF}">
      <dgm:prSet/>
      <dgm:spPr/>
      <dgm:t>
        <a:bodyPr/>
        <a:lstStyle/>
        <a:p>
          <a:endParaRPr lang="en-US"/>
        </a:p>
      </dgm:t>
    </dgm:pt>
    <dgm:pt modelId="{B480DD67-87A5-3341-B8FD-CEBC9CBAD41B}">
      <dgm:prSet phldrT="[Text]"/>
      <dgm:spPr/>
      <dgm:t>
        <a:bodyPr/>
        <a:lstStyle/>
        <a:p>
          <a:r>
            <a:rPr lang="en-US" dirty="0"/>
            <a:t>Temporal Baselines and Seasonal Dynamics</a:t>
          </a:r>
        </a:p>
      </dgm:t>
    </dgm:pt>
    <dgm:pt modelId="{4C394873-1A8D-8E4D-88F5-FC0EF7E2B29A}" type="parTrans" cxnId="{10B33F09-4527-1F4F-A40C-4B60A9425348}">
      <dgm:prSet/>
      <dgm:spPr/>
      <dgm:t>
        <a:bodyPr/>
        <a:lstStyle/>
        <a:p>
          <a:endParaRPr lang="en-US"/>
        </a:p>
      </dgm:t>
    </dgm:pt>
    <dgm:pt modelId="{261AE04B-5CE1-8C4C-833E-2A1DF672C3E3}" type="sibTrans" cxnId="{10B33F09-4527-1F4F-A40C-4B60A9425348}">
      <dgm:prSet/>
      <dgm:spPr/>
      <dgm:t>
        <a:bodyPr/>
        <a:lstStyle/>
        <a:p>
          <a:endParaRPr lang="en-US"/>
        </a:p>
      </dgm:t>
    </dgm:pt>
    <dgm:pt modelId="{7C523843-D7F4-3A46-B108-2251BBB8F07F}">
      <dgm:prSet phldrT="[Text]"/>
      <dgm:spPr/>
      <dgm:t>
        <a:bodyPr/>
        <a:lstStyle/>
        <a:p>
          <a:r>
            <a:rPr lang="en-US" dirty="0"/>
            <a:t>Descriptive Stats</a:t>
          </a:r>
        </a:p>
      </dgm:t>
    </dgm:pt>
    <dgm:pt modelId="{CEA9AF56-0EE6-0A45-9977-FCE26828B4B8}" type="parTrans" cxnId="{F77629A6-8CA6-B749-B613-C07591D23EDF}">
      <dgm:prSet/>
      <dgm:spPr/>
      <dgm:t>
        <a:bodyPr/>
        <a:lstStyle/>
        <a:p>
          <a:endParaRPr lang="en-US"/>
        </a:p>
      </dgm:t>
    </dgm:pt>
    <dgm:pt modelId="{39446286-ECD5-EA46-89A0-EE3E8DA19A6B}" type="sibTrans" cxnId="{F77629A6-8CA6-B749-B613-C07591D23EDF}">
      <dgm:prSet/>
      <dgm:spPr/>
      <dgm:t>
        <a:bodyPr/>
        <a:lstStyle/>
        <a:p>
          <a:endParaRPr lang="en-US"/>
        </a:p>
      </dgm:t>
    </dgm:pt>
    <dgm:pt modelId="{47441D65-E697-544F-BA85-BEDC75D57CF6}">
      <dgm:prSet phldrT="[Text]"/>
      <dgm:spPr/>
      <dgm:t>
        <a:bodyPr/>
        <a:lstStyle/>
        <a:p>
          <a:r>
            <a:rPr lang="en-US" dirty="0"/>
            <a:t>Model Training</a:t>
          </a:r>
        </a:p>
      </dgm:t>
    </dgm:pt>
    <dgm:pt modelId="{FA28094E-E659-9548-8A44-64ACA3EE91E4}" type="parTrans" cxnId="{A2FA2794-8F31-CA4A-A72C-C41891B92ADA}">
      <dgm:prSet/>
      <dgm:spPr/>
      <dgm:t>
        <a:bodyPr/>
        <a:lstStyle/>
        <a:p>
          <a:endParaRPr lang="en-US"/>
        </a:p>
      </dgm:t>
    </dgm:pt>
    <dgm:pt modelId="{E1396D55-AD1B-5B49-8270-3D2F635E9331}" type="sibTrans" cxnId="{A2FA2794-8F31-CA4A-A72C-C41891B92ADA}">
      <dgm:prSet/>
      <dgm:spPr/>
      <dgm:t>
        <a:bodyPr/>
        <a:lstStyle/>
        <a:p>
          <a:endParaRPr lang="en-US"/>
        </a:p>
      </dgm:t>
    </dgm:pt>
    <dgm:pt modelId="{7B0770BC-23A4-8F4F-AE4F-42EC0402D4A1}">
      <dgm:prSet phldrT="[Text]"/>
      <dgm:spPr/>
      <dgm:t>
        <a:bodyPr/>
        <a:lstStyle/>
        <a:p>
          <a:r>
            <a:rPr lang="en-US" dirty="0"/>
            <a:t>Implications for subset</a:t>
          </a:r>
        </a:p>
      </dgm:t>
    </dgm:pt>
    <dgm:pt modelId="{7EA68AB1-21C4-F747-B38D-EF6129A65433}" type="parTrans" cxnId="{DBBEF3AF-411F-734D-BC8E-9ACD3DDDA0AB}">
      <dgm:prSet/>
      <dgm:spPr/>
      <dgm:t>
        <a:bodyPr/>
        <a:lstStyle/>
        <a:p>
          <a:endParaRPr lang="en-US"/>
        </a:p>
      </dgm:t>
    </dgm:pt>
    <dgm:pt modelId="{A6E9F4E9-1B3B-0240-8D3F-694342ED6512}" type="sibTrans" cxnId="{DBBEF3AF-411F-734D-BC8E-9ACD3DDDA0AB}">
      <dgm:prSet/>
      <dgm:spPr/>
      <dgm:t>
        <a:bodyPr/>
        <a:lstStyle/>
        <a:p>
          <a:endParaRPr lang="en-US"/>
        </a:p>
      </dgm:t>
    </dgm:pt>
    <dgm:pt modelId="{0ACB0339-5B80-0642-BCA2-1F1DED2E31A4}">
      <dgm:prSet phldrT="[Text]"/>
      <dgm:spPr/>
      <dgm:t>
        <a:bodyPr/>
        <a:lstStyle/>
        <a:p>
          <a:r>
            <a:rPr lang="en-US" dirty="0"/>
            <a:t>Implications</a:t>
          </a:r>
        </a:p>
      </dgm:t>
    </dgm:pt>
    <dgm:pt modelId="{1C334F1A-45B1-FA4B-95FA-660DF96171FD}" type="parTrans" cxnId="{ACB79091-709E-C74B-AE7A-EA56B091E2D2}">
      <dgm:prSet/>
      <dgm:spPr/>
      <dgm:t>
        <a:bodyPr/>
        <a:lstStyle/>
        <a:p>
          <a:endParaRPr lang="en-US"/>
        </a:p>
      </dgm:t>
    </dgm:pt>
    <dgm:pt modelId="{974943A3-597E-A34A-AE6D-D0C1D847FD71}" type="sibTrans" cxnId="{ACB79091-709E-C74B-AE7A-EA56B091E2D2}">
      <dgm:prSet/>
      <dgm:spPr/>
      <dgm:t>
        <a:bodyPr/>
        <a:lstStyle/>
        <a:p>
          <a:endParaRPr lang="en-US"/>
        </a:p>
      </dgm:t>
    </dgm:pt>
    <dgm:pt modelId="{FDA06BB8-DCDE-DE42-A9E6-08701716E65C}" type="pres">
      <dgm:prSet presAssocID="{CA740C16-B43F-2145-84FB-BD333FC2AFF3}" presName="linear" presStyleCnt="0">
        <dgm:presLayoutVars>
          <dgm:dir/>
          <dgm:animLvl val="lvl"/>
          <dgm:resizeHandles val="exact"/>
        </dgm:presLayoutVars>
      </dgm:prSet>
      <dgm:spPr/>
    </dgm:pt>
    <dgm:pt modelId="{3E23209A-59F0-3240-9525-02E14CF0BAB6}" type="pres">
      <dgm:prSet presAssocID="{B258140D-C391-B441-8557-02791ABCCF6B}" presName="parentLin" presStyleCnt="0"/>
      <dgm:spPr/>
    </dgm:pt>
    <dgm:pt modelId="{38E462A6-1AFE-AA47-AB66-DFB29D837B31}" type="pres">
      <dgm:prSet presAssocID="{B258140D-C391-B441-8557-02791ABCCF6B}" presName="parentLeftMargin" presStyleLbl="node1" presStyleIdx="0" presStyleCnt="4"/>
      <dgm:spPr/>
    </dgm:pt>
    <dgm:pt modelId="{0812A244-AC32-5940-8D4C-E075C259C5E1}" type="pres">
      <dgm:prSet presAssocID="{B258140D-C391-B441-8557-02791ABCCF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AFAD1D-B1D1-264D-B532-E3C4D110FDA3}" type="pres">
      <dgm:prSet presAssocID="{B258140D-C391-B441-8557-02791ABCCF6B}" presName="negativeSpace" presStyleCnt="0"/>
      <dgm:spPr/>
    </dgm:pt>
    <dgm:pt modelId="{08AF8774-ACFF-3F43-B3A3-8D75F1E7254D}" type="pres">
      <dgm:prSet presAssocID="{B258140D-C391-B441-8557-02791ABCCF6B}" presName="childText" presStyleLbl="conFgAcc1" presStyleIdx="0" presStyleCnt="4">
        <dgm:presLayoutVars>
          <dgm:bulletEnabled val="1"/>
        </dgm:presLayoutVars>
      </dgm:prSet>
      <dgm:spPr/>
    </dgm:pt>
    <dgm:pt modelId="{ADDC7669-2CA8-4B40-A553-A0072D55C5C3}" type="pres">
      <dgm:prSet presAssocID="{BBEB97B8-38E7-A746-A8E3-3B1AFB23BE03}" presName="spaceBetweenRectangles" presStyleCnt="0"/>
      <dgm:spPr/>
    </dgm:pt>
    <dgm:pt modelId="{AAE56516-6189-7142-8653-1D637577BEFA}" type="pres">
      <dgm:prSet presAssocID="{609BE01F-A734-3745-8C31-22B6436088A5}" presName="parentLin" presStyleCnt="0"/>
      <dgm:spPr/>
    </dgm:pt>
    <dgm:pt modelId="{035EC75D-6621-2843-A6CA-D9EE6CCBDE70}" type="pres">
      <dgm:prSet presAssocID="{609BE01F-A734-3745-8C31-22B6436088A5}" presName="parentLeftMargin" presStyleLbl="node1" presStyleIdx="0" presStyleCnt="4"/>
      <dgm:spPr/>
    </dgm:pt>
    <dgm:pt modelId="{F2C47E4A-6354-E347-B70A-7504CF22D0A1}" type="pres">
      <dgm:prSet presAssocID="{609BE01F-A734-3745-8C31-22B6436088A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B5672E1-5191-E24A-B666-653913C325DA}" type="pres">
      <dgm:prSet presAssocID="{609BE01F-A734-3745-8C31-22B6436088A5}" presName="negativeSpace" presStyleCnt="0"/>
      <dgm:spPr/>
    </dgm:pt>
    <dgm:pt modelId="{2F926869-AE1D-1D4E-B3AA-F7AA5F064CFA}" type="pres">
      <dgm:prSet presAssocID="{609BE01F-A734-3745-8C31-22B6436088A5}" presName="childText" presStyleLbl="conFgAcc1" presStyleIdx="1" presStyleCnt="4">
        <dgm:presLayoutVars>
          <dgm:bulletEnabled val="1"/>
        </dgm:presLayoutVars>
      </dgm:prSet>
      <dgm:spPr/>
    </dgm:pt>
    <dgm:pt modelId="{4A3DD177-AEB1-D449-AAE5-DEEDD6FFAD4C}" type="pres">
      <dgm:prSet presAssocID="{6619AF43-86B4-4047-BF62-BDEBAF30A9C9}" presName="spaceBetweenRectangles" presStyleCnt="0"/>
      <dgm:spPr/>
    </dgm:pt>
    <dgm:pt modelId="{D3CD1A5F-785A-DC4C-9544-BCD60F480A13}" type="pres">
      <dgm:prSet presAssocID="{FB6C272A-4526-6248-8D44-02579A808527}" presName="parentLin" presStyleCnt="0"/>
      <dgm:spPr/>
    </dgm:pt>
    <dgm:pt modelId="{16BA9FF8-D535-494C-9A85-6DB28211C61F}" type="pres">
      <dgm:prSet presAssocID="{FB6C272A-4526-6248-8D44-02579A808527}" presName="parentLeftMargin" presStyleLbl="node1" presStyleIdx="1" presStyleCnt="4"/>
      <dgm:spPr/>
    </dgm:pt>
    <dgm:pt modelId="{0FAE5DA0-1CA0-1442-BD16-A9AD3C98B364}" type="pres">
      <dgm:prSet presAssocID="{FB6C272A-4526-6248-8D44-02579A8085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78C488-81F3-264F-B0C0-F24C3126E68E}" type="pres">
      <dgm:prSet presAssocID="{FB6C272A-4526-6248-8D44-02579A808527}" presName="negativeSpace" presStyleCnt="0"/>
      <dgm:spPr/>
    </dgm:pt>
    <dgm:pt modelId="{A148F7B5-F130-D646-B949-6E720C541A81}" type="pres">
      <dgm:prSet presAssocID="{FB6C272A-4526-6248-8D44-02579A808527}" presName="childText" presStyleLbl="conFgAcc1" presStyleIdx="2" presStyleCnt="4">
        <dgm:presLayoutVars>
          <dgm:bulletEnabled val="1"/>
        </dgm:presLayoutVars>
      </dgm:prSet>
      <dgm:spPr/>
    </dgm:pt>
    <dgm:pt modelId="{A54ECAA8-B3F1-F042-B11C-5F917E22D249}" type="pres">
      <dgm:prSet presAssocID="{7065F274-A4C1-DE40-B0AB-08909DFD20D2}" presName="spaceBetweenRectangles" presStyleCnt="0"/>
      <dgm:spPr/>
    </dgm:pt>
    <dgm:pt modelId="{1068E3C2-F914-4643-ACF1-B78974E02CDC}" type="pres">
      <dgm:prSet presAssocID="{55B4F827-ED0B-B74A-8C66-3E114C0304B3}" presName="parentLin" presStyleCnt="0"/>
      <dgm:spPr/>
    </dgm:pt>
    <dgm:pt modelId="{E44FC7B1-FA9B-B345-90AF-65A6733F6574}" type="pres">
      <dgm:prSet presAssocID="{55B4F827-ED0B-B74A-8C66-3E114C0304B3}" presName="parentLeftMargin" presStyleLbl="node1" presStyleIdx="2" presStyleCnt="4"/>
      <dgm:spPr/>
    </dgm:pt>
    <dgm:pt modelId="{4B8761EC-4F8B-1144-A487-DC8490A0EEED}" type="pres">
      <dgm:prSet presAssocID="{55B4F827-ED0B-B74A-8C66-3E114C0304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4401E88-3D30-A846-BCC4-3E855238343A}" type="pres">
      <dgm:prSet presAssocID="{55B4F827-ED0B-B74A-8C66-3E114C0304B3}" presName="negativeSpace" presStyleCnt="0"/>
      <dgm:spPr/>
    </dgm:pt>
    <dgm:pt modelId="{BA19E6D5-D4F9-564C-8076-962EAB525B8B}" type="pres">
      <dgm:prSet presAssocID="{55B4F827-ED0B-B74A-8C66-3E114C0304B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4DCB300-EFF2-9E49-8638-6F3754AC6A64}" type="presOf" srcId="{04F43A4E-06F6-134E-96E9-1EE5F085C19C}" destId="{08AF8774-ACFF-3F43-B3A3-8D75F1E7254D}" srcOrd="0" destOrd="2" presId="urn:microsoft.com/office/officeart/2005/8/layout/list1"/>
    <dgm:cxn modelId="{10B33F09-4527-1F4F-A40C-4B60A9425348}" srcId="{B258140D-C391-B441-8557-02791ABCCF6B}" destId="{B480DD67-87A5-3341-B8FD-CEBC9CBAD41B}" srcOrd="1" destOrd="0" parTransId="{4C394873-1A8D-8E4D-88F5-FC0EF7E2B29A}" sibTransId="{261AE04B-5CE1-8C4C-833E-2A1DF672C3E3}"/>
    <dgm:cxn modelId="{D0A92B1C-EDCB-814D-A65A-491F1BA73E16}" srcId="{CA740C16-B43F-2145-84FB-BD333FC2AFF3}" destId="{B258140D-C391-B441-8557-02791ABCCF6B}" srcOrd="0" destOrd="0" parTransId="{484A5431-6C68-ED43-8090-9C07D3A4E4A3}" sibTransId="{BBEB97B8-38E7-A746-A8E3-3B1AFB23BE03}"/>
    <dgm:cxn modelId="{6BE3EA25-81C1-4449-8E75-69AE83E48119}" type="presOf" srcId="{0ACB0339-5B80-0642-BCA2-1F1DED2E31A4}" destId="{2F926869-AE1D-1D4E-B3AA-F7AA5F064CFA}" srcOrd="0" destOrd="2" presId="urn:microsoft.com/office/officeart/2005/8/layout/list1"/>
    <dgm:cxn modelId="{41E8C529-7C49-CD4D-B709-ED1D29653C31}" type="presOf" srcId="{FB6C272A-4526-6248-8D44-02579A808527}" destId="{0FAE5DA0-1CA0-1442-BD16-A9AD3C98B364}" srcOrd="1" destOrd="0" presId="urn:microsoft.com/office/officeart/2005/8/layout/list1"/>
    <dgm:cxn modelId="{5793322B-E724-0344-B8C9-B6FB38FE0FC5}" srcId="{55B4F827-ED0B-B74A-8C66-3E114C0304B3}" destId="{5583A854-81D7-964C-913E-AC54638D15F7}" srcOrd="3" destOrd="0" parTransId="{6EFCFC79-CDEA-B546-B4C9-7F197F302E8B}" sibTransId="{DFD912D9-4942-3A4B-A114-B0E0C57D8DD6}"/>
    <dgm:cxn modelId="{4858C22C-C91E-2347-B169-9A77ADC046BF}" srcId="{55B4F827-ED0B-B74A-8C66-3E114C0304B3}" destId="{D80AED84-D0E0-EE4D-B0B3-C4848F64931B}" srcOrd="2" destOrd="0" parTransId="{CC687E27-5A4B-7A44-80F1-311DC6FB0A58}" sibTransId="{A150C51B-DF02-BB47-B53E-E7847175C8A2}"/>
    <dgm:cxn modelId="{B7B8152D-2A49-4C41-BDE9-3A222BD1DE39}" type="presOf" srcId="{5583A854-81D7-964C-913E-AC54638D15F7}" destId="{BA19E6D5-D4F9-564C-8076-962EAB525B8B}" srcOrd="0" destOrd="3" presId="urn:microsoft.com/office/officeart/2005/8/layout/list1"/>
    <dgm:cxn modelId="{761E7D31-CD61-4C45-8855-82968F37619B}" type="presOf" srcId="{07A65C67-9255-654A-91E3-1E08FBEC256E}" destId="{08AF8774-ACFF-3F43-B3A3-8D75F1E7254D}" srcOrd="0" destOrd="0" presId="urn:microsoft.com/office/officeart/2005/8/layout/list1"/>
    <dgm:cxn modelId="{8F6D3D37-A669-7041-8CCC-F701E078BDC4}" srcId="{CA740C16-B43F-2145-84FB-BD333FC2AFF3}" destId="{FB6C272A-4526-6248-8D44-02579A808527}" srcOrd="2" destOrd="0" parTransId="{EA246907-076B-E446-8D45-813BB01A23BF}" sibTransId="{7065F274-A4C1-DE40-B0AB-08909DFD20D2}"/>
    <dgm:cxn modelId="{3BA5AC3E-68F2-6344-B986-73AAB7AD9E90}" type="presOf" srcId="{B258140D-C391-B441-8557-02791ABCCF6B}" destId="{38E462A6-1AFE-AA47-AB66-DFB29D837B31}" srcOrd="0" destOrd="0" presId="urn:microsoft.com/office/officeart/2005/8/layout/list1"/>
    <dgm:cxn modelId="{C6E3E33F-0228-4A46-87C1-2B4AB0598D09}" srcId="{FB6C272A-4526-6248-8D44-02579A808527}" destId="{3D12059B-7BF6-BC48-98F7-61D959C2C574}" srcOrd="3" destOrd="0" parTransId="{2935A60B-EA3C-144A-9AC1-E8DA15933209}" sibTransId="{27D6C3AA-E28B-234C-8B9B-6F7EC585392A}"/>
    <dgm:cxn modelId="{A9AD554B-0458-6845-9BD6-B8776BED6DD8}" srcId="{FB6C272A-4526-6248-8D44-02579A808527}" destId="{A4C9E9AC-74C7-454E-B408-84A92FEEC766}" srcOrd="2" destOrd="0" parTransId="{5D28DEE4-F817-0C41-B26B-61849297B743}" sibTransId="{61BC8A00-04A3-D14F-8D4E-6878E9B7393A}"/>
    <dgm:cxn modelId="{0A042E4E-F3C5-454A-9C45-1B94DE984190}" srcId="{FB6C272A-4526-6248-8D44-02579A808527}" destId="{D8AAF3C3-885B-F848-8C00-051781A83BEF}" srcOrd="0" destOrd="0" parTransId="{45B3F936-2E5C-DE46-8A9D-EA2F9AADAC31}" sibTransId="{FD13285A-CA25-E043-B018-32DABCA99DB4}"/>
    <dgm:cxn modelId="{50D1A750-636B-7446-AEAA-BA1C833A54DD}" type="presOf" srcId="{AE03096C-661D-5A47-A9B4-24BA8CAD4ED7}" destId="{2F926869-AE1D-1D4E-B3AA-F7AA5F064CFA}" srcOrd="0" destOrd="0" presId="urn:microsoft.com/office/officeart/2005/8/layout/list1"/>
    <dgm:cxn modelId="{ECB97657-E4AE-164C-8998-7155DBB2D33C}" srcId="{55B4F827-ED0B-B74A-8C66-3E114C0304B3}" destId="{5A32FC8B-FF66-E14E-8B16-35DC890E23B0}" srcOrd="1" destOrd="0" parTransId="{91A8B70E-C797-0D45-8975-FF260530E667}" sibTransId="{0E94B9BD-4FBE-464B-A18E-D66770154EC0}"/>
    <dgm:cxn modelId="{C4EF0A60-F77D-E340-B10B-0CDD993F8A85}" type="presOf" srcId="{7C523843-D7F4-3A46-B108-2251BBB8F07F}" destId="{2F926869-AE1D-1D4E-B3AA-F7AA5F064CFA}" srcOrd="0" destOrd="1" presId="urn:microsoft.com/office/officeart/2005/8/layout/list1"/>
    <dgm:cxn modelId="{38E33C73-E3A1-5F4E-A2F9-4AD35D1AA419}" type="presOf" srcId="{CE3424A8-F9D2-8947-9107-8F3AD9AB4375}" destId="{BA19E6D5-D4F9-564C-8076-962EAB525B8B}" srcOrd="0" destOrd="0" presId="urn:microsoft.com/office/officeart/2005/8/layout/list1"/>
    <dgm:cxn modelId="{DD68BD7A-09B6-0042-BF80-28B44E541422}" type="presOf" srcId="{B480DD67-87A5-3341-B8FD-CEBC9CBAD41B}" destId="{08AF8774-ACFF-3F43-B3A3-8D75F1E7254D}" srcOrd="0" destOrd="1" presId="urn:microsoft.com/office/officeart/2005/8/layout/list1"/>
    <dgm:cxn modelId="{A36BB589-0DBF-5344-9550-6DB23B4B1A64}" type="presOf" srcId="{3D12059B-7BF6-BC48-98F7-61D959C2C574}" destId="{A148F7B5-F130-D646-B949-6E720C541A81}" srcOrd="0" destOrd="3" presId="urn:microsoft.com/office/officeart/2005/8/layout/list1"/>
    <dgm:cxn modelId="{74FB4A8A-1D3E-3F47-9A8C-FF0CDB0C1C5F}" type="presOf" srcId="{B258140D-C391-B441-8557-02791ABCCF6B}" destId="{0812A244-AC32-5940-8D4C-E075C259C5E1}" srcOrd="1" destOrd="0" presId="urn:microsoft.com/office/officeart/2005/8/layout/list1"/>
    <dgm:cxn modelId="{ACB79091-709E-C74B-AE7A-EA56B091E2D2}" srcId="{609BE01F-A734-3745-8C31-22B6436088A5}" destId="{0ACB0339-5B80-0642-BCA2-1F1DED2E31A4}" srcOrd="2" destOrd="0" parTransId="{1C334F1A-45B1-FA4B-95FA-660DF96171FD}" sibTransId="{974943A3-597E-A34A-AE6D-D0C1D847FD71}"/>
    <dgm:cxn modelId="{A2FA2794-8F31-CA4A-A72C-C41891B92ADA}" srcId="{FB6C272A-4526-6248-8D44-02579A808527}" destId="{47441D65-E697-544F-BA85-BEDC75D57CF6}" srcOrd="1" destOrd="0" parTransId="{FA28094E-E659-9548-8A44-64ACA3EE91E4}" sibTransId="{E1396D55-AD1B-5B49-8270-3D2F635E9331}"/>
    <dgm:cxn modelId="{A86A759C-645D-7C40-AA08-C07B2565CCA8}" srcId="{609BE01F-A734-3745-8C31-22B6436088A5}" destId="{AE03096C-661D-5A47-A9B4-24BA8CAD4ED7}" srcOrd="0" destOrd="0" parTransId="{5E597E51-C9F7-734A-8FAA-37B6FDC54AA3}" sibTransId="{B79352D1-0691-6543-9CFD-9AB8B4CC0782}"/>
    <dgm:cxn modelId="{72A1559F-5F77-904E-8B52-559656D19C98}" type="presOf" srcId="{5A32FC8B-FF66-E14E-8B16-35DC890E23B0}" destId="{BA19E6D5-D4F9-564C-8076-962EAB525B8B}" srcOrd="0" destOrd="1" presId="urn:microsoft.com/office/officeart/2005/8/layout/list1"/>
    <dgm:cxn modelId="{E36C9CA0-2D47-3E48-828C-3A949FBBC8A9}" type="presOf" srcId="{7B0770BC-23A4-8F4F-AE4F-42EC0402D4A1}" destId="{08AF8774-ACFF-3F43-B3A3-8D75F1E7254D}" srcOrd="0" destOrd="3" presId="urn:microsoft.com/office/officeart/2005/8/layout/list1"/>
    <dgm:cxn modelId="{F77629A6-8CA6-B749-B613-C07591D23EDF}" srcId="{609BE01F-A734-3745-8C31-22B6436088A5}" destId="{7C523843-D7F4-3A46-B108-2251BBB8F07F}" srcOrd="1" destOrd="0" parTransId="{CEA9AF56-0EE6-0A45-9977-FCE26828B4B8}" sibTransId="{39446286-ECD5-EA46-89A0-EE3E8DA19A6B}"/>
    <dgm:cxn modelId="{7565A4A7-0CE4-DC43-BA9E-2EBB711F0B58}" srcId="{B258140D-C391-B441-8557-02791ABCCF6B}" destId="{04F43A4E-06F6-134E-96E9-1EE5F085C19C}" srcOrd="2" destOrd="0" parTransId="{02B4CDDF-708E-3642-ADF7-8D9967C77C42}" sibTransId="{B78F8265-F508-784B-A43B-22C91DAED930}"/>
    <dgm:cxn modelId="{6AD198A9-1084-D043-AC11-BCF9FB26D002}" type="presOf" srcId="{55B4F827-ED0B-B74A-8C66-3E114C0304B3}" destId="{4B8761EC-4F8B-1144-A487-DC8490A0EEED}" srcOrd="1" destOrd="0" presId="urn:microsoft.com/office/officeart/2005/8/layout/list1"/>
    <dgm:cxn modelId="{0A4C47AE-8F0B-8D4F-A423-E7742552AB9D}" srcId="{CA740C16-B43F-2145-84FB-BD333FC2AFF3}" destId="{55B4F827-ED0B-B74A-8C66-3E114C0304B3}" srcOrd="3" destOrd="0" parTransId="{067127FF-D36B-F24C-874A-F4D4A1E38506}" sibTransId="{E5211BFD-BD99-0A44-9095-EE917B29207B}"/>
    <dgm:cxn modelId="{DBBEF3AF-411F-734D-BC8E-9ACD3DDDA0AB}" srcId="{B258140D-C391-B441-8557-02791ABCCF6B}" destId="{7B0770BC-23A4-8F4F-AE4F-42EC0402D4A1}" srcOrd="3" destOrd="0" parTransId="{7EA68AB1-21C4-F747-B38D-EF6129A65433}" sibTransId="{A6E9F4E9-1B3B-0240-8D3F-694342ED6512}"/>
    <dgm:cxn modelId="{6A7263B6-17EF-FA44-AC69-1685B8610B96}" type="presOf" srcId="{FB6C272A-4526-6248-8D44-02579A808527}" destId="{16BA9FF8-D535-494C-9A85-6DB28211C61F}" srcOrd="0" destOrd="0" presId="urn:microsoft.com/office/officeart/2005/8/layout/list1"/>
    <dgm:cxn modelId="{3DB22BB9-9F52-C34B-B98C-3AD9DC3207BE}" srcId="{B258140D-C391-B441-8557-02791ABCCF6B}" destId="{07A65C67-9255-654A-91E3-1E08FBEC256E}" srcOrd="0" destOrd="0" parTransId="{8E1C13DA-0D3D-C146-A722-9018D93F355B}" sibTransId="{892F9E2C-68F0-DD4D-8086-B52739EF1F2A}"/>
    <dgm:cxn modelId="{7636EBCF-F411-6E48-BCA0-6819307A5A3F}" type="presOf" srcId="{D80AED84-D0E0-EE4D-B0B3-C4848F64931B}" destId="{BA19E6D5-D4F9-564C-8076-962EAB525B8B}" srcOrd="0" destOrd="2" presId="urn:microsoft.com/office/officeart/2005/8/layout/list1"/>
    <dgm:cxn modelId="{6F7BD5D5-04B5-2E4E-A740-7B30A76262F8}" type="presOf" srcId="{55B4F827-ED0B-B74A-8C66-3E114C0304B3}" destId="{E44FC7B1-FA9B-B345-90AF-65A6733F6574}" srcOrd="0" destOrd="0" presId="urn:microsoft.com/office/officeart/2005/8/layout/list1"/>
    <dgm:cxn modelId="{7A5A16DD-98A2-024E-84DD-9B28D5A67FAB}" srcId="{55B4F827-ED0B-B74A-8C66-3E114C0304B3}" destId="{CE3424A8-F9D2-8947-9107-8F3AD9AB4375}" srcOrd="0" destOrd="0" parTransId="{D4388322-5F02-614D-8476-872ACFD86E0A}" sibTransId="{AB49A48C-BE57-C84D-84C5-9858AB723738}"/>
    <dgm:cxn modelId="{BF90F5E2-EEB0-D248-9E20-B38D9B5B8F5A}" type="presOf" srcId="{CA740C16-B43F-2145-84FB-BD333FC2AFF3}" destId="{FDA06BB8-DCDE-DE42-A9E6-08701716E65C}" srcOrd="0" destOrd="0" presId="urn:microsoft.com/office/officeart/2005/8/layout/list1"/>
    <dgm:cxn modelId="{8CE891E5-ED87-5840-93F7-F9944ADDEE39}" srcId="{CA740C16-B43F-2145-84FB-BD333FC2AFF3}" destId="{609BE01F-A734-3745-8C31-22B6436088A5}" srcOrd="1" destOrd="0" parTransId="{3507CDE7-4121-B043-8DBD-8F2B640B44F6}" sibTransId="{6619AF43-86B4-4047-BF62-BDEBAF30A9C9}"/>
    <dgm:cxn modelId="{2D8E26ED-A9C2-B14C-9CA7-9533A752D1F0}" type="presOf" srcId="{D8AAF3C3-885B-F848-8C00-051781A83BEF}" destId="{A148F7B5-F130-D646-B949-6E720C541A81}" srcOrd="0" destOrd="0" presId="urn:microsoft.com/office/officeart/2005/8/layout/list1"/>
    <dgm:cxn modelId="{7B104BF4-6BAB-0747-BA89-9F0E407C393F}" type="presOf" srcId="{609BE01F-A734-3745-8C31-22B6436088A5}" destId="{F2C47E4A-6354-E347-B70A-7504CF22D0A1}" srcOrd="1" destOrd="0" presId="urn:microsoft.com/office/officeart/2005/8/layout/list1"/>
    <dgm:cxn modelId="{398092F9-93D6-C543-A7D3-229373E7BBBB}" type="presOf" srcId="{609BE01F-A734-3745-8C31-22B6436088A5}" destId="{035EC75D-6621-2843-A6CA-D9EE6CCBDE70}" srcOrd="0" destOrd="0" presId="urn:microsoft.com/office/officeart/2005/8/layout/list1"/>
    <dgm:cxn modelId="{29D1D3FA-B077-3E40-88FB-08228B8985A5}" type="presOf" srcId="{A4C9E9AC-74C7-454E-B408-84A92FEEC766}" destId="{A148F7B5-F130-D646-B949-6E720C541A81}" srcOrd="0" destOrd="2" presId="urn:microsoft.com/office/officeart/2005/8/layout/list1"/>
    <dgm:cxn modelId="{1DBED0FB-5E9D-2A41-9C0C-975F98315F96}" type="presOf" srcId="{47441D65-E697-544F-BA85-BEDC75D57CF6}" destId="{A148F7B5-F130-D646-B949-6E720C541A81}" srcOrd="0" destOrd="1" presId="urn:microsoft.com/office/officeart/2005/8/layout/list1"/>
    <dgm:cxn modelId="{210BDB8C-33D0-8342-9A95-3586DCD0D4B1}" type="presParOf" srcId="{FDA06BB8-DCDE-DE42-A9E6-08701716E65C}" destId="{3E23209A-59F0-3240-9525-02E14CF0BAB6}" srcOrd="0" destOrd="0" presId="urn:microsoft.com/office/officeart/2005/8/layout/list1"/>
    <dgm:cxn modelId="{EC1330C1-52EC-5542-8560-26CD5D25E7C2}" type="presParOf" srcId="{3E23209A-59F0-3240-9525-02E14CF0BAB6}" destId="{38E462A6-1AFE-AA47-AB66-DFB29D837B31}" srcOrd="0" destOrd="0" presId="urn:microsoft.com/office/officeart/2005/8/layout/list1"/>
    <dgm:cxn modelId="{FAC9B53A-EF7F-A04F-8EC2-738382DB3214}" type="presParOf" srcId="{3E23209A-59F0-3240-9525-02E14CF0BAB6}" destId="{0812A244-AC32-5940-8D4C-E075C259C5E1}" srcOrd="1" destOrd="0" presId="urn:microsoft.com/office/officeart/2005/8/layout/list1"/>
    <dgm:cxn modelId="{084DC296-6658-1944-A73D-DCF67B789033}" type="presParOf" srcId="{FDA06BB8-DCDE-DE42-A9E6-08701716E65C}" destId="{11AFAD1D-B1D1-264D-B532-E3C4D110FDA3}" srcOrd="1" destOrd="0" presId="urn:microsoft.com/office/officeart/2005/8/layout/list1"/>
    <dgm:cxn modelId="{C468F864-47A0-ED44-91C7-120B13F37A62}" type="presParOf" srcId="{FDA06BB8-DCDE-DE42-A9E6-08701716E65C}" destId="{08AF8774-ACFF-3F43-B3A3-8D75F1E7254D}" srcOrd="2" destOrd="0" presId="urn:microsoft.com/office/officeart/2005/8/layout/list1"/>
    <dgm:cxn modelId="{56A99A5C-C967-DC46-A030-3ACC68326A28}" type="presParOf" srcId="{FDA06BB8-DCDE-DE42-A9E6-08701716E65C}" destId="{ADDC7669-2CA8-4B40-A553-A0072D55C5C3}" srcOrd="3" destOrd="0" presId="urn:microsoft.com/office/officeart/2005/8/layout/list1"/>
    <dgm:cxn modelId="{733B1E24-A1DC-BA4F-8FDA-3D44CBE5B699}" type="presParOf" srcId="{FDA06BB8-DCDE-DE42-A9E6-08701716E65C}" destId="{AAE56516-6189-7142-8653-1D637577BEFA}" srcOrd="4" destOrd="0" presId="urn:microsoft.com/office/officeart/2005/8/layout/list1"/>
    <dgm:cxn modelId="{A29B67FA-EA3F-1F49-9E01-61B737D3A3F7}" type="presParOf" srcId="{AAE56516-6189-7142-8653-1D637577BEFA}" destId="{035EC75D-6621-2843-A6CA-D9EE6CCBDE70}" srcOrd="0" destOrd="0" presId="urn:microsoft.com/office/officeart/2005/8/layout/list1"/>
    <dgm:cxn modelId="{5ED20AFE-46A5-A14D-AB60-7B5D8DDF8125}" type="presParOf" srcId="{AAE56516-6189-7142-8653-1D637577BEFA}" destId="{F2C47E4A-6354-E347-B70A-7504CF22D0A1}" srcOrd="1" destOrd="0" presId="urn:microsoft.com/office/officeart/2005/8/layout/list1"/>
    <dgm:cxn modelId="{597E1A14-2A6E-6541-A3BD-500A4745A189}" type="presParOf" srcId="{FDA06BB8-DCDE-DE42-A9E6-08701716E65C}" destId="{0B5672E1-5191-E24A-B666-653913C325DA}" srcOrd="5" destOrd="0" presId="urn:microsoft.com/office/officeart/2005/8/layout/list1"/>
    <dgm:cxn modelId="{15782879-C4A8-0041-9668-B964D6803320}" type="presParOf" srcId="{FDA06BB8-DCDE-DE42-A9E6-08701716E65C}" destId="{2F926869-AE1D-1D4E-B3AA-F7AA5F064CFA}" srcOrd="6" destOrd="0" presId="urn:microsoft.com/office/officeart/2005/8/layout/list1"/>
    <dgm:cxn modelId="{78459EE2-A01A-D340-8384-6B52F021A042}" type="presParOf" srcId="{FDA06BB8-DCDE-DE42-A9E6-08701716E65C}" destId="{4A3DD177-AEB1-D449-AAE5-DEEDD6FFAD4C}" srcOrd="7" destOrd="0" presId="urn:microsoft.com/office/officeart/2005/8/layout/list1"/>
    <dgm:cxn modelId="{F36DF803-FC8D-4546-844D-B2AB8584111A}" type="presParOf" srcId="{FDA06BB8-DCDE-DE42-A9E6-08701716E65C}" destId="{D3CD1A5F-785A-DC4C-9544-BCD60F480A13}" srcOrd="8" destOrd="0" presId="urn:microsoft.com/office/officeart/2005/8/layout/list1"/>
    <dgm:cxn modelId="{63202BFD-38A9-CD41-BCA8-BEB4DADC80C0}" type="presParOf" srcId="{D3CD1A5F-785A-DC4C-9544-BCD60F480A13}" destId="{16BA9FF8-D535-494C-9A85-6DB28211C61F}" srcOrd="0" destOrd="0" presId="urn:microsoft.com/office/officeart/2005/8/layout/list1"/>
    <dgm:cxn modelId="{5ADE4BA1-DAC8-A94A-AEA3-05B63CCD6526}" type="presParOf" srcId="{D3CD1A5F-785A-DC4C-9544-BCD60F480A13}" destId="{0FAE5DA0-1CA0-1442-BD16-A9AD3C98B364}" srcOrd="1" destOrd="0" presId="urn:microsoft.com/office/officeart/2005/8/layout/list1"/>
    <dgm:cxn modelId="{E44C5F18-C933-A742-85DB-6E5B0C0FFB94}" type="presParOf" srcId="{FDA06BB8-DCDE-DE42-A9E6-08701716E65C}" destId="{A778C488-81F3-264F-B0C0-F24C3126E68E}" srcOrd="9" destOrd="0" presId="urn:microsoft.com/office/officeart/2005/8/layout/list1"/>
    <dgm:cxn modelId="{1D36E142-AAA3-5C45-B936-1B9141B4C8B5}" type="presParOf" srcId="{FDA06BB8-DCDE-DE42-A9E6-08701716E65C}" destId="{A148F7B5-F130-D646-B949-6E720C541A81}" srcOrd="10" destOrd="0" presId="urn:microsoft.com/office/officeart/2005/8/layout/list1"/>
    <dgm:cxn modelId="{FC025B0B-1284-CB4A-969E-40B1DC7889BF}" type="presParOf" srcId="{FDA06BB8-DCDE-DE42-A9E6-08701716E65C}" destId="{A54ECAA8-B3F1-F042-B11C-5F917E22D249}" srcOrd="11" destOrd="0" presId="urn:microsoft.com/office/officeart/2005/8/layout/list1"/>
    <dgm:cxn modelId="{DD351047-2C21-D446-B35F-36AC9BF5938B}" type="presParOf" srcId="{FDA06BB8-DCDE-DE42-A9E6-08701716E65C}" destId="{1068E3C2-F914-4643-ACF1-B78974E02CDC}" srcOrd="12" destOrd="0" presId="urn:microsoft.com/office/officeart/2005/8/layout/list1"/>
    <dgm:cxn modelId="{351CA96E-A5B6-E743-96E3-1FF275765583}" type="presParOf" srcId="{1068E3C2-F914-4643-ACF1-B78974E02CDC}" destId="{E44FC7B1-FA9B-B345-90AF-65A6733F6574}" srcOrd="0" destOrd="0" presId="urn:microsoft.com/office/officeart/2005/8/layout/list1"/>
    <dgm:cxn modelId="{1D01348A-2C34-D145-8969-B53B9F7CC35D}" type="presParOf" srcId="{1068E3C2-F914-4643-ACF1-B78974E02CDC}" destId="{4B8761EC-4F8B-1144-A487-DC8490A0EEED}" srcOrd="1" destOrd="0" presId="urn:microsoft.com/office/officeart/2005/8/layout/list1"/>
    <dgm:cxn modelId="{D5527C3F-2BDD-404F-9373-9D116800FB35}" type="presParOf" srcId="{FDA06BB8-DCDE-DE42-A9E6-08701716E65C}" destId="{44401E88-3D30-A846-BCC4-3E855238343A}" srcOrd="13" destOrd="0" presId="urn:microsoft.com/office/officeart/2005/8/layout/list1"/>
    <dgm:cxn modelId="{4375CC15-2CA8-124B-B783-1FD09FDD8D7E}" type="presParOf" srcId="{FDA06BB8-DCDE-DE42-A9E6-08701716E65C}" destId="{BA19E6D5-D4F9-564C-8076-962EAB525B8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740C16-B43F-2145-84FB-BD333FC2AFF3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58140D-C391-B441-8557-02791ABCCF6B}">
      <dgm:prSet phldrT="[Text]"/>
      <dgm:spPr/>
      <dgm:t>
        <a:bodyPr/>
        <a:lstStyle/>
        <a:p>
          <a:r>
            <a:rPr lang="en-US"/>
            <a:t>Full Data Set</a:t>
          </a:r>
        </a:p>
      </dgm:t>
    </dgm:pt>
    <dgm:pt modelId="{484A5431-6C68-ED43-8090-9C07D3A4E4A3}" type="parTrans" cxnId="{D0A92B1C-EDCB-814D-A65A-491F1BA73E16}">
      <dgm:prSet/>
      <dgm:spPr/>
      <dgm:t>
        <a:bodyPr/>
        <a:lstStyle/>
        <a:p>
          <a:endParaRPr lang="en-US"/>
        </a:p>
      </dgm:t>
    </dgm:pt>
    <dgm:pt modelId="{BBEB97B8-38E7-A746-A8E3-3B1AFB23BE03}" type="sibTrans" cxnId="{D0A92B1C-EDCB-814D-A65A-491F1BA73E16}">
      <dgm:prSet/>
      <dgm:spPr/>
      <dgm:t>
        <a:bodyPr/>
        <a:lstStyle/>
        <a:p>
          <a:endParaRPr lang="en-US"/>
        </a:p>
      </dgm:t>
    </dgm:pt>
    <dgm:pt modelId="{609BE01F-A734-3745-8C31-22B6436088A5}">
      <dgm:prSet phldrT="[Text]"/>
      <dgm:spPr/>
      <dgm:t>
        <a:bodyPr/>
        <a:lstStyle/>
        <a:p>
          <a:r>
            <a:rPr lang="en-US"/>
            <a:t>Filtering Pipeline</a:t>
          </a:r>
        </a:p>
      </dgm:t>
    </dgm:pt>
    <dgm:pt modelId="{3507CDE7-4121-B043-8DBD-8F2B640B44F6}" type="parTrans" cxnId="{8CE891E5-ED87-5840-93F7-F9944ADDEE39}">
      <dgm:prSet/>
      <dgm:spPr/>
      <dgm:t>
        <a:bodyPr/>
        <a:lstStyle/>
        <a:p>
          <a:endParaRPr lang="en-US"/>
        </a:p>
      </dgm:t>
    </dgm:pt>
    <dgm:pt modelId="{6619AF43-86B4-4047-BF62-BDEBAF30A9C9}" type="sibTrans" cxnId="{8CE891E5-ED87-5840-93F7-F9944ADDEE39}">
      <dgm:prSet/>
      <dgm:spPr/>
      <dgm:t>
        <a:bodyPr/>
        <a:lstStyle/>
        <a:p>
          <a:endParaRPr lang="en-US"/>
        </a:p>
      </dgm:t>
    </dgm:pt>
    <dgm:pt modelId="{FB6C272A-4526-6248-8D44-02579A808527}">
      <dgm:prSet phldrT="[Text]"/>
      <dgm:spPr/>
      <dgm:t>
        <a:bodyPr/>
        <a:lstStyle/>
        <a:p>
          <a:r>
            <a:rPr lang="en-US"/>
            <a:t>Sample Results</a:t>
          </a:r>
        </a:p>
      </dgm:t>
    </dgm:pt>
    <dgm:pt modelId="{EA246907-076B-E446-8D45-813BB01A23BF}" type="parTrans" cxnId="{8F6D3D37-A669-7041-8CCC-F701E078BDC4}">
      <dgm:prSet/>
      <dgm:spPr/>
      <dgm:t>
        <a:bodyPr/>
        <a:lstStyle/>
        <a:p>
          <a:endParaRPr lang="en-US"/>
        </a:p>
      </dgm:t>
    </dgm:pt>
    <dgm:pt modelId="{7065F274-A4C1-DE40-B0AB-08909DFD20D2}" type="sibTrans" cxnId="{8F6D3D37-A669-7041-8CCC-F701E078BDC4}">
      <dgm:prSet/>
      <dgm:spPr/>
      <dgm:t>
        <a:bodyPr/>
        <a:lstStyle/>
        <a:p>
          <a:endParaRPr lang="en-US"/>
        </a:p>
      </dgm:t>
    </dgm:pt>
    <dgm:pt modelId="{55B4F827-ED0B-B74A-8C66-3E114C0304B3}">
      <dgm:prSet phldrT="[Text]"/>
      <dgm:spPr/>
      <dgm:t>
        <a:bodyPr/>
        <a:lstStyle/>
        <a:p>
          <a:r>
            <a:rPr lang="en-US"/>
            <a:t>Model Execution &amp; Performance</a:t>
          </a:r>
        </a:p>
      </dgm:t>
    </dgm:pt>
    <dgm:pt modelId="{067127FF-D36B-F24C-874A-F4D4A1E38506}" type="parTrans" cxnId="{0A4C47AE-8F0B-8D4F-A423-E7742552AB9D}">
      <dgm:prSet/>
      <dgm:spPr/>
      <dgm:t>
        <a:bodyPr/>
        <a:lstStyle/>
        <a:p>
          <a:endParaRPr lang="en-US"/>
        </a:p>
      </dgm:t>
    </dgm:pt>
    <dgm:pt modelId="{E5211BFD-BD99-0A44-9095-EE917B29207B}" type="sibTrans" cxnId="{0A4C47AE-8F0B-8D4F-A423-E7742552AB9D}">
      <dgm:prSet/>
      <dgm:spPr/>
      <dgm:t>
        <a:bodyPr/>
        <a:lstStyle/>
        <a:p>
          <a:endParaRPr lang="en-US"/>
        </a:p>
      </dgm:t>
    </dgm:pt>
    <dgm:pt modelId="{07A65C67-9255-654A-91E3-1E08FBEC256E}">
      <dgm:prSet phldrT="[Text]"/>
      <dgm:spPr/>
      <dgm:t>
        <a:bodyPr/>
        <a:lstStyle/>
        <a:p>
          <a:r>
            <a:rPr lang="en-US"/>
            <a:t>Descriptive Stats</a:t>
          </a:r>
        </a:p>
      </dgm:t>
    </dgm:pt>
    <dgm:pt modelId="{8E1C13DA-0D3D-C146-A722-9018D93F355B}" type="parTrans" cxnId="{3DB22BB9-9F52-C34B-B98C-3AD9DC3207BE}">
      <dgm:prSet/>
      <dgm:spPr/>
      <dgm:t>
        <a:bodyPr/>
        <a:lstStyle/>
        <a:p>
          <a:endParaRPr lang="en-US"/>
        </a:p>
      </dgm:t>
    </dgm:pt>
    <dgm:pt modelId="{892F9E2C-68F0-DD4D-8086-B52739EF1F2A}" type="sibTrans" cxnId="{3DB22BB9-9F52-C34B-B98C-3AD9DC3207BE}">
      <dgm:prSet/>
      <dgm:spPr/>
      <dgm:t>
        <a:bodyPr/>
        <a:lstStyle/>
        <a:p>
          <a:endParaRPr lang="en-US"/>
        </a:p>
      </dgm:t>
    </dgm:pt>
    <dgm:pt modelId="{3E592227-3395-A44E-92F4-29EE2944A17A}">
      <dgm:prSet phldrT="[Text]"/>
      <dgm:spPr/>
      <dgm:t>
        <a:bodyPr/>
        <a:lstStyle/>
        <a:p>
          <a:r>
            <a:rPr lang="en-US"/>
            <a:t>Implications</a:t>
          </a:r>
        </a:p>
      </dgm:t>
    </dgm:pt>
    <dgm:pt modelId="{73A73BE7-A6D5-434F-8D1A-6ED276C0716D}" type="parTrans" cxnId="{EFE8063C-9955-1E43-8D0D-A74294DF8EE3}">
      <dgm:prSet/>
      <dgm:spPr/>
      <dgm:t>
        <a:bodyPr/>
        <a:lstStyle/>
        <a:p>
          <a:endParaRPr lang="en-US"/>
        </a:p>
      </dgm:t>
    </dgm:pt>
    <dgm:pt modelId="{05BC0D76-63D7-6040-8C7E-73F7E543992F}" type="sibTrans" cxnId="{EFE8063C-9955-1E43-8D0D-A74294DF8EE3}">
      <dgm:prSet/>
      <dgm:spPr/>
      <dgm:t>
        <a:bodyPr/>
        <a:lstStyle/>
        <a:p>
          <a:endParaRPr lang="en-US"/>
        </a:p>
      </dgm:t>
    </dgm:pt>
    <dgm:pt modelId="{4F57C9AA-42B5-8C47-A2AC-191AC02F6C39}">
      <dgm:prSet phldrT="[Text]"/>
      <dgm:spPr/>
      <dgm:t>
        <a:bodyPr/>
        <a:lstStyle/>
        <a:p>
          <a:r>
            <a:rPr lang="en-US"/>
            <a:t>4 tier Process</a:t>
          </a:r>
        </a:p>
      </dgm:t>
    </dgm:pt>
    <dgm:pt modelId="{8E5BAEA0-8413-6541-929C-2A234278E46B}" type="parTrans" cxnId="{EFE382C0-F957-8642-BA8C-703318EACBFF}">
      <dgm:prSet/>
      <dgm:spPr/>
      <dgm:t>
        <a:bodyPr/>
        <a:lstStyle/>
        <a:p>
          <a:endParaRPr lang="en-US"/>
        </a:p>
      </dgm:t>
    </dgm:pt>
    <dgm:pt modelId="{BC51D0AE-45C2-4A48-A0BE-8CDBE1255933}" type="sibTrans" cxnId="{EFE382C0-F957-8642-BA8C-703318EACBFF}">
      <dgm:prSet/>
      <dgm:spPr/>
      <dgm:t>
        <a:bodyPr/>
        <a:lstStyle/>
        <a:p>
          <a:endParaRPr lang="en-US"/>
        </a:p>
      </dgm:t>
    </dgm:pt>
    <dgm:pt modelId="{D8AAF3C3-885B-F848-8C00-051781A83BEF}">
      <dgm:prSet phldrT="[Text]"/>
      <dgm:spPr/>
      <dgm:t>
        <a:bodyPr/>
        <a:lstStyle/>
        <a:p>
          <a:r>
            <a:rPr lang="en-US"/>
            <a:t>Descriptive Stats</a:t>
          </a:r>
        </a:p>
      </dgm:t>
    </dgm:pt>
    <dgm:pt modelId="{45B3F936-2E5C-DE46-8A9D-EA2F9AADAC31}" type="parTrans" cxnId="{0A042E4E-F3C5-454A-9C45-1B94DE984190}">
      <dgm:prSet/>
      <dgm:spPr/>
      <dgm:t>
        <a:bodyPr/>
        <a:lstStyle/>
        <a:p>
          <a:endParaRPr lang="en-US"/>
        </a:p>
      </dgm:t>
    </dgm:pt>
    <dgm:pt modelId="{FD13285A-CA25-E043-B018-32DABCA99DB4}" type="sibTrans" cxnId="{0A042E4E-F3C5-454A-9C45-1B94DE984190}">
      <dgm:prSet/>
      <dgm:spPr/>
      <dgm:t>
        <a:bodyPr/>
        <a:lstStyle/>
        <a:p>
          <a:endParaRPr lang="en-US"/>
        </a:p>
      </dgm:t>
    </dgm:pt>
    <dgm:pt modelId="{A4C9E9AC-74C7-454E-B408-84A92FEEC766}">
      <dgm:prSet phldrT="[Text]"/>
      <dgm:spPr/>
      <dgm:t>
        <a:bodyPr/>
        <a:lstStyle/>
        <a:p>
          <a:r>
            <a:rPr lang="en-US"/>
            <a:t>Implications</a:t>
          </a:r>
        </a:p>
      </dgm:t>
    </dgm:pt>
    <dgm:pt modelId="{5D28DEE4-F817-0C41-B26B-61849297B743}" type="parTrans" cxnId="{A9AD554B-0458-6845-9BD6-B8776BED6DD8}">
      <dgm:prSet/>
      <dgm:spPr/>
      <dgm:t>
        <a:bodyPr/>
        <a:lstStyle/>
        <a:p>
          <a:endParaRPr lang="en-US"/>
        </a:p>
      </dgm:t>
    </dgm:pt>
    <dgm:pt modelId="{61BC8A00-04A3-D14F-8D4E-6878E9B7393A}" type="sibTrans" cxnId="{A9AD554B-0458-6845-9BD6-B8776BED6DD8}">
      <dgm:prSet/>
      <dgm:spPr/>
      <dgm:t>
        <a:bodyPr/>
        <a:lstStyle/>
        <a:p>
          <a:endParaRPr lang="en-US"/>
        </a:p>
      </dgm:t>
    </dgm:pt>
    <dgm:pt modelId="{3D12059B-7BF6-BC48-98F7-61D959C2C574}">
      <dgm:prSet phldrT="[Text]"/>
      <dgm:spPr/>
      <dgm:t>
        <a:bodyPr/>
        <a:lstStyle/>
        <a:p>
          <a:r>
            <a:rPr lang="en-US"/>
            <a:t>Model Selection</a:t>
          </a:r>
        </a:p>
      </dgm:t>
    </dgm:pt>
    <dgm:pt modelId="{2935A60B-EA3C-144A-9AC1-E8DA15933209}" type="parTrans" cxnId="{C6E3E33F-0228-4A46-87C1-2B4AB0598D09}">
      <dgm:prSet/>
      <dgm:spPr/>
      <dgm:t>
        <a:bodyPr/>
        <a:lstStyle/>
        <a:p>
          <a:endParaRPr lang="en-US"/>
        </a:p>
      </dgm:t>
    </dgm:pt>
    <dgm:pt modelId="{27D6C3AA-E28B-234C-8B9B-6F7EC585392A}" type="sibTrans" cxnId="{C6E3E33F-0228-4A46-87C1-2B4AB0598D09}">
      <dgm:prSet/>
      <dgm:spPr/>
      <dgm:t>
        <a:bodyPr/>
        <a:lstStyle/>
        <a:p>
          <a:endParaRPr lang="en-US"/>
        </a:p>
      </dgm:t>
    </dgm:pt>
    <dgm:pt modelId="{04F43A4E-06F6-134E-96E9-1EE5F085C19C}">
      <dgm:prSet phldrT="[Text]"/>
      <dgm:spPr/>
      <dgm:t>
        <a:bodyPr/>
        <a:lstStyle/>
        <a:p>
          <a:r>
            <a:rPr lang="en-US"/>
            <a:t>Filter Selection</a:t>
          </a:r>
        </a:p>
      </dgm:t>
    </dgm:pt>
    <dgm:pt modelId="{02B4CDDF-708E-3642-ADF7-8D9967C77C42}" type="parTrans" cxnId="{7565A4A7-0CE4-DC43-BA9E-2EBB711F0B58}">
      <dgm:prSet/>
      <dgm:spPr/>
      <dgm:t>
        <a:bodyPr/>
        <a:lstStyle/>
        <a:p>
          <a:endParaRPr lang="en-US"/>
        </a:p>
      </dgm:t>
    </dgm:pt>
    <dgm:pt modelId="{B78F8265-F508-784B-A43B-22C91DAED930}" type="sibTrans" cxnId="{7565A4A7-0CE4-DC43-BA9E-2EBB711F0B58}">
      <dgm:prSet/>
      <dgm:spPr/>
      <dgm:t>
        <a:bodyPr/>
        <a:lstStyle/>
        <a:p>
          <a:endParaRPr lang="en-US"/>
        </a:p>
      </dgm:t>
    </dgm:pt>
    <dgm:pt modelId="{AE03096C-661D-5A47-A9B4-24BA8CAD4ED7}">
      <dgm:prSet phldrT="[Text]"/>
      <dgm:spPr/>
      <dgm:t>
        <a:bodyPr/>
        <a:lstStyle/>
        <a:p>
          <a:r>
            <a:rPr lang="en-US"/>
            <a:t>Criteria</a:t>
          </a:r>
        </a:p>
      </dgm:t>
    </dgm:pt>
    <dgm:pt modelId="{5E597E51-C9F7-734A-8FAA-37B6FDC54AA3}" type="parTrans" cxnId="{A86A759C-645D-7C40-AA08-C07B2565CCA8}">
      <dgm:prSet/>
      <dgm:spPr/>
      <dgm:t>
        <a:bodyPr/>
        <a:lstStyle/>
        <a:p>
          <a:endParaRPr lang="en-US"/>
        </a:p>
      </dgm:t>
    </dgm:pt>
    <dgm:pt modelId="{B79352D1-0691-6543-9CFD-9AB8B4CC0782}" type="sibTrans" cxnId="{A86A759C-645D-7C40-AA08-C07B2565CCA8}">
      <dgm:prSet/>
      <dgm:spPr/>
      <dgm:t>
        <a:bodyPr/>
        <a:lstStyle/>
        <a:p>
          <a:endParaRPr lang="en-US"/>
        </a:p>
      </dgm:t>
    </dgm:pt>
    <dgm:pt modelId="{8216B9D7-D60E-E041-9FEB-92B47B08E77B}">
      <dgm:prSet phldrT="[Text]"/>
      <dgm:spPr/>
      <dgm:t>
        <a:bodyPr/>
        <a:lstStyle/>
        <a:p>
          <a:r>
            <a:rPr lang="en-US"/>
            <a:t>Temporal Boundaries </a:t>
          </a:r>
          <a:r>
            <a:rPr lang="en-US">
              <a:highlight>
                <a:srgbClr val="FFFF00"/>
              </a:highlight>
            </a:rPr>
            <a:t>[where to put this?]</a:t>
          </a:r>
        </a:p>
      </dgm:t>
    </dgm:pt>
    <dgm:pt modelId="{0B984788-8208-7E44-8642-BF512599F139}" type="parTrans" cxnId="{6021CD15-A8C7-CF4D-BCA8-6D3EE4CA0150}">
      <dgm:prSet/>
      <dgm:spPr/>
      <dgm:t>
        <a:bodyPr/>
        <a:lstStyle/>
        <a:p>
          <a:endParaRPr lang="en-US"/>
        </a:p>
      </dgm:t>
    </dgm:pt>
    <dgm:pt modelId="{B2675603-7206-C649-84F2-D72B882C537D}" type="sibTrans" cxnId="{6021CD15-A8C7-CF4D-BCA8-6D3EE4CA0150}">
      <dgm:prSet/>
      <dgm:spPr/>
      <dgm:t>
        <a:bodyPr/>
        <a:lstStyle/>
        <a:p>
          <a:endParaRPr lang="en-US"/>
        </a:p>
      </dgm:t>
    </dgm:pt>
    <dgm:pt modelId="{CE3424A8-F9D2-8947-9107-8F3AD9AB4375}">
      <dgm:prSet phldrT="[Text]"/>
      <dgm:spPr/>
      <dgm:t>
        <a:bodyPr/>
        <a:lstStyle/>
        <a:p>
          <a:r>
            <a:rPr lang="en-US"/>
            <a:t>Training &amp; Feature Engineering</a:t>
          </a:r>
        </a:p>
      </dgm:t>
    </dgm:pt>
    <dgm:pt modelId="{D4388322-5F02-614D-8476-872ACFD86E0A}" type="parTrans" cxnId="{7A5A16DD-98A2-024E-84DD-9B28D5A67FAB}">
      <dgm:prSet/>
      <dgm:spPr/>
      <dgm:t>
        <a:bodyPr/>
        <a:lstStyle/>
        <a:p>
          <a:endParaRPr lang="en-US"/>
        </a:p>
      </dgm:t>
    </dgm:pt>
    <dgm:pt modelId="{AB49A48C-BE57-C84D-84C5-9858AB723738}" type="sibTrans" cxnId="{7A5A16DD-98A2-024E-84DD-9B28D5A67FAB}">
      <dgm:prSet/>
      <dgm:spPr/>
      <dgm:t>
        <a:bodyPr/>
        <a:lstStyle/>
        <a:p>
          <a:endParaRPr lang="en-US"/>
        </a:p>
      </dgm:t>
    </dgm:pt>
    <dgm:pt modelId="{5A32FC8B-FF66-E14E-8B16-35DC890E23B0}">
      <dgm:prSet phldrT="[Text]"/>
      <dgm:spPr/>
      <dgm:t>
        <a:bodyPr/>
        <a:lstStyle/>
        <a:p>
          <a:r>
            <a:rPr lang="en-US"/>
            <a:t>Performance Metrics for Each Measure (R, R &amp; G)</a:t>
          </a:r>
        </a:p>
      </dgm:t>
    </dgm:pt>
    <dgm:pt modelId="{91A8B70E-C797-0D45-8975-FF260530E667}" type="parTrans" cxnId="{ECB97657-E4AE-164C-8998-7155DBB2D33C}">
      <dgm:prSet/>
      <dgm:spPr/>
      <dgm:t>
        <a:bodyPr/>
        <a:lstStyle/>
        <a:p>
          <a:endParaRPr lang="en-US"/>
        </a:p>
      </dgm:t>
    </dgm:pt>
    <dgm:pt modelId="{0E94B9BD-4FBE-464B-A18E-D66770154EC0}" type="sibTrans" cxnId="{ECB97657-E4AE-164C-8998-7155DBB2D33C}">
      <dgm:prSet/>
      <dgm:spPr/>
      <dgm:t>
        <a:bodyPr/>
        <a:lstStyle/>
        <a:p>
          <a:endParaRPr lang="en-US"/>
        </a:p>
      </dgm:t>
    </dgm:pt>
    <dgm:pt modelId="{5583A854-81D7-964C-913E-AC54638D15F7}">
      <dgm:prSet phldrT="[Text]"/>
      <dgm:spPr/>
      <dgm:t>
        <a:bodyPr/>
        <a:lstStyle/>
        <a:p>
          <a:endParaRPr lang="en-US"/>
        </a:p>
      </dgm:t>
    </dgm:pt>
    <dgm:pt modelId="{6EFCFC79-CDEA-B546-B4C9-7F197F302E8B}" type="parTrans" cxnId="{5793322B-E724-0344-B8C9-B6FB38FE0FC5}">
      <dgm:prSet/>
      <dgm:spPr/>
      <dgm:t>
        <a:bodyPr/>
        <a:lstStyle/>
        <a:p>
          <a:endParaRPr lang="en-US"/>
        </a:p>
      </dgm:t>
    </dgm:pt>
    <dgm:pt modelId="{DFD912D9-4942-3A4B-A114-B0E0C57D8DD6}" type="sibTrans" cxnId="{5793322B-E724-0344-B8C9-B6FB38FE0FC5}">
      <dgm:prSet/>
      <dgm:spPr/>
      <dgm:t>
        <a:bodyPr/>
        <a:lstStyle/>
        <a:p>
          <a:endParaRPr lang="en-US"/>
        </a:p>
      </dgm:t>
    </dgm:pt>
    <dgm:pt modelId="{D80AED84-D0E0-EE4D-B0B3-C4848F64931B}">
      <dgm:prSet phldrT="[Text]"/>
      <dgm:spPr/>
      <dgm:t>
        <a:bodyPr/>
        <a:lstStyle/>
        <a:p>
          <a:r>
            <a:rPr lang="en-US"/>
            <a:t>Evaluation </a:t>
          </a:r>
          <a:r>
            <a:rPr lang="en-US">
              <a:sym typeface="Wingdings" pitchFamily="2" charset="2"/>
            </a:rPr>
            <a:t> what does this performance suggest [In discussion or findings?]</a:t>
          </a:r>
          <a:endParaRPr lang="en-US"/>
        </a:p>
      </dgm:t>
    </dgm:pt>
    <dgm:pt modelId="{CC687E27-5A4B-7A44-80F1-311DC6FB0A58}" type="parTrans" cxnId="{4858C22C-C91E-2347-B169-9A77ADC046BF}">
      <dgm:prSet/>
      <dgm:spPr/>
      <dgm:t>
        <a:bodyPr/>
        <a:lstStyle/>
        <a:p>
          <a:endParaRPr lang="en-US"/>
        </a:p>
      </dgm:t>
    </dgm:pt>
    <dgm:pt modelId="{A150C51B-DF02-BB47-B53E-E7847175C8A2}" type="sibTrans" cxnId="{4858C22C-C91E-2347-B169-9A77ADC046BF}">
      <dgm:prSet/>
      <dgm:spPr/>
      <dgm:t>
        <a:bodyPr/>
        <a:lstStyle/>
        <a:p>
          <a:endParaRPr lang="en-US"/>
        </a:p>
      </dgm:t>
    </dgm:pt>
    <dgm:pt modelId="{FDA06BB8-DCDE-DE42-A9E6-08701716E65C}" type="pres">
      <dgm:prSet presAssocID="{CA740C16-B43F-2145-84FB-BD333FC2AFF3}" presName="linear" presStyleCnt="0">
        <dgm:presLayoutVars>
          <dgm:dir/>
          <dgm:animLvl val="lvl"/>
          <dgm:resizeHandles val="exact"/>
        </dgm:presLayoutVars>
      </dgm:prSet>
      <dgm:spPr/>
    </dgm:pt>
    <dgm:pt modelId="{3E23209A-59F0-3240-9525-02E14CF0BAB6}" type="pres">
      <dgm:prSet presAssocID="{B258140D-C391-B441-8557-02791ABCCF6B}" presName="parentLin" presStyleCnt="0"/>
      <dgm:spPr/>
    </dgm:pt>
    <dgm:pt modelId="{38E462A6-1AFE-AA47-AB66-DFB29D837B31}" type="pres">
      <dgm:prSet presAssocID="{B258140D-C391-B441-8557-02791ABCCF6B}" presName="parentLeftMargin" presStyleLbl="node1" presStyleIdx="0" presStyleCnt="4"/>
      <dgm:spPr/>
    </dgm:pt>
    <dgm:pt modelId="{0812A244-AC32-5940-8D4C-E075C259C5E1}" type="pres">
      <dgm:prSet presAssocID="{B258140D-C391-B441-8557-02791ABCCF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AFAD1D-B1D1-264D-B532-E3C4D110FDA3}" type="pres">
      <dgm:prSet presAssocID="{B258140D-C391-B441-8557-02791ABCCF6B}" presName="negativeSpace" presStyleCnt="0"/>
      <dgm:spPr/>
    </dgm:pt>
    <dgm:pt modelId="{08AF8774-ACFF-3F43-B3A3-8D75F1E7254D}" type="pres">
      <dgm:prSet presAssocID="{B258140D-C391-B441-8557-02791ABCCF6B}" presName="childText" presStyleLbl="conFgAcc1" presStyleIdx="0" presStyleCnt="4">
        <dgm:presLayoutVars>
          <dgm:bulletEnabled val="1"/>
        </dgm:presLayoutVars>
      </dgm:prSet>
      <dgm:spPr/>
    </dgm:pt>
    <dgm:pt modelId="{ADDC7669-2CA8-4B40-A553-A0072D55C5C3}" type="pres">
      <dgm:prSet presAssocID="{BBEB97B8-38E7-A746-A8E3-3B1AFB23BE03}" presName="spaceBetweenRectangles" presStyleCnt="0"/>
      <dgm:spPr/>
    </dgm:pt>
    <dgm:pt modelId="{AAE56516-6189-7142-8653-1D637577BEFA}" type="pres">
      <dgm:prSet presAssocID="{609BE01F-A734-3745-8C31-22B6436088A5}" presName="parentLin" presStyleCnt="0"/>
      <dgm:spPr/>
    </dgm:pt>
    <dgm:pt modelId="{035EC75D-6621-2843-A6CA-D9EE6CCBDE70}" type="pres">
      <dgm:prSet presAssocID="{609BE01F-A734-3745-8C31-22B6436088A5}" presName="parentLeftMargin" presStyleLbl="node1" presStyleIdx="0" presStyleCnt="4"/>
      <dgm:spPr/>
    </dgm:pt>
    <dgm:pt modelId="{F2C47E4A-6354-E347-B70A-7504CF22D0A1}" type="pres">
      <dgm:prSet presAssocID="{609BE01F-A734-3745-8C31-22B6436088A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B5672E1-5191-E24A-B666-653913C325DA}" type="pres">
      <dgm:prSet presAssocID="{609BE01F-A734-3745-8C31-22B6436088A5}" presName="negativeSpace" presStyleCnt="0"/>
      <dgm:spPr/>
    </dgm:pt>
    <dgm:pt modelId="{2F926869-AE1D-1D4E-B3AA-F7AA5F064CFA}" type="pres">
      <dgm:prSet presAssocID="{609BE01F-A734-3745-8C31-22B6436088A5}" presName="childText" presStyleLbl="conFgAcc1" presStyleIdx="1" presStyleCnt="4">
        <dgm:presLayoutVars>
          <dgm:bulletEnabled val="1"/>
        </dgm:presLayoutVars>
      </dgm:prSet>
      <dgm:spPr/>
    </dgm:pt>
    <dgm:pt modelId="{4A3DD177-AEB1-D449-AAE5-DEEDD6FFAD4C}" type="pres">
      <dgm:prSet presAssocID="{6619AF43-86B4-4047-BF62-BDEBAF30A9C9}" presName="spaceBetweenRectangles" presStyleCnt="0"/>
      <dgm:spPr/>
    </dgm:pt>
    <dgm:pt modelId="{D3CD1A5F-785A-DC4C-9544-BCD60F480A13}" type="pres">
      <dgm:prSet presAssocID="{FB6C272A-4526-6248-8D44-02579A808527}" presName="parentLin" presStyleCnt="0"/>
      <dgm:spPr/>
    </dgm:pt>
    <dgm:pt modelId="{16BA9FF8-D535-494C-9A85-6DB28211C61F}" type="pres">
      <dgm:prSet presAssocID="{FB6C272A-4526-6248-8D44-02579A808527}" presName="parentLeftMargin" presStyleLbl="node1" presStyleIdx="1" presStyleCnt="4"/>
      <dgm:spPr/>
    </dgm:pt>
    <dgm:pt modelId="{0FAE5DA0-1CA0-1442-BD16-A9AD3C98B364}" type="pres">
      <dgm:prSet presAssocID="{FB6C272A-4526-6248-8D44-02579A8085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78C488-81F3-264F-B0C0-F24C3126E68E}" type="pres">
      <dgm:prSet presAssocID="{FB6C272A-4526-6248-8D44-02579A808527}" presName="negativeSpace" presStyleCnt="0"/>
      <dgm:spPr/>
    </dgm:pt>
    <dgm:pt modelId="{A148F7B5-F130-D646-B949-6E720C541A81}" type="pres">
      <dgm:prSet presAssocID="{FB6C272A-4526-6248-8D44-02579A808527}" presName="childText" presStyleLbl="conFgAcc1" presStyleIdx="2" presStyleCnt="4">
        <dgm:presLayoutVars>
          <dgm:bulletEnabled val="1"/>
        </dgm:presLayoutVars>
      </dgm:prSet>
      <dgm:spPr/>
    </dgm:pt>
    <dgm:pt modelId="{A54ECAA8-B3F1-F042-B11C-5F917E22D249}" type="pres">
      <dgm:prSet presAssocID="{7065F274-A4C1-DE40-B0AB-08909DFD20D2}" presName="spaceBetweenRectangles" presStyleCnt="0"/>
      <dgm:spPr/>
    </dgm:pt>
    <dgm:pt modelId="{1068E3C2-F914-4643-ACF1-B78974E02CDC}" type="pres">
      <dgm:prSet presAssocID="{55B4F827-ED0B-B74A-8C66-3E114C0304B3}" presName="parentLin" presStyleCnt="0"/>
      <dgm:spPr/>
    </dgm:pt>
    <dgm:pt modelId="{E44FC7B1-FA9B-B345-90AF-65A6733F6574}" type="pres">
      <dgm:prSet presAssocID="{55B4F827-ED0B-B74A-8C66-3E114C0304B3}" presName="parentLeftMargin" presStyleLbl="node1" presStyleIdx="2" presStyleCnt="4"/>
      <dgm:spPr/>
    </dgm:pt>
    <dgm:pt modelId="{4B8761EC-4F8B-1144-A487-DC8490A0EEED}" type="pres">
      <dgm:prSet presAssocID="{55B4F827-ED0B-B74A-8C66-3E114C0304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4401E88-3D30-A846-BCC4-3E855238343A}" type="pres">
      <dgm:prSet presAssocID="{55B4F827-ED0B-B74A-8C66-3E114C0304B3}" presName="negativeSpace" presStyleCnt="0"/>
      <dgm:spPr/>
    </dgm:pt>
    <dgm:pt modelId="{BA19E6D5-D4F9-564C-8076-962EAB525B8B}" type="pres">
      <dgm:prSet presAssocID="{55B4F827-ED0B-B74A-8C66-3E114C0304B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4DCB300-EFF2-9E49-8638-6F3754AC6A64}" type="presOf" srcId="{04F43A4E-06F6-134E-96E9-1EE5F085C19C}" destId="{08AF8774-ACFF-3F43-B3A3-8D75F1E7254D}" srcOrd="0" destOrd="2" presId="urn:microsoft.com/office/officeart/2005/8/layout/list1"/>
    <dgm:cxn modelId="{6021CD15-A8C7-CF4D-BCA8-6D3EE4CA0150}" srcId="{609BE01F-A734-3745-8C31-22B6436088A5}" destId="{8216B9D7-D60E-E041-9FEB-92B47B08E77B}" srcOrd="1" destOrd="0" parTransId="{0B984788-8208-7E44-8642-BF512599F139}" sibTransId="{B2675603-7206-C649-84F2-D72B882C537D}"/>
    <dgm:cxn modelId="{D0A92B1C-EDCB-814D-A65A-491F1BA73E16}" srcId="{CA740C16-B43F-2145-84FB-BD333FC2AFF3}" destId="{B258140D-C391-B441-8557-02791ABCCF6B}" srcOrd="0" destOrd="0" parTransId="{484A5431-6C68-ED43-8090-9C07D3A4E4A3}" sibTransId="{BBEB97B8-38E7-A746-A8E3-3B1AFB23BE03}"/>
    <dgm:cxn modelId="{F4589A23-4DDA-AA40-9746-53BB6090BFAF}" type="presOf" srcId="{8216B9D7-D60E-E041-9FEB-92B47B08E77B}" destId="{2F926869-AE1D-1D4E-B3AA-F7AA5F064CFA}" srcOrd="0" destOrd="1" presId="urn:microsoft.com/office/officeart/2005/8/layout/list1"/>
    <dgm:cxn modelId="{41E8C529-7C49-CD4D-B709-ED1D29653C31}" type="presOf" srcId="{FB6C272A-4526-6248-8D44-02579A808527}" destId="{0FAE5DA0-1CA0-1442-BD16-A9AD3C98B364}" srcOrd="1" destOrd="0" presId="urn:microsoft.com/office/officeart/2005/8/layout/list1"/>
    <dgm:cxn modelId="{5793322B-E724-0344-B8C9-B6FB38FE0FC5}" srcId="{55B4F827-ED0B-B74A-8C66-3E114C0304B3}" destId="{5583A854-81D7-964C-913E-AC54638D15F7}" srcOrd="3" destOrd="0" parTransId="{6EFCFC79-CDEA-B546-B4C9-7F197F302E8B}" sibTransId="{DFD912D9-4942-3A4B-A114-B0E0C57D8DD6}"/>
    <dgm:cxn modelId="{4858C22C-C91E-2347-B169-9A77ADC046BF}" srcId="{55B4F827-ED0B-B74A-8C66-3E114C0304B3}" destId="{D80AED84-D0E0-EE4D-B0B3-C4848F64931B}" srcOrd="2" destOrd="0" parTransId="{CC687E27-5A4B-7A44-80F1-311DC6FB0A58}" sibTransId="{A150C51B-DF02-BB47-B53E-E7847175C8A2}"/>
    <dgm:cxn modelId="{B7B8152D-2A49-4C41-BDE9-3A222BD1DE39}" type="presOf" srcId="{5583A854-81D7-964C-913E-AC54638D15F7}" destId="{BA19E6D5-D4F9-564C-8076-962EAB525B8B}" srcOrd="0" destOrd="3" presId="urn:microsoft.com/office/officeart/2005/8/layout/list1"/>
    <dgm:cxn modelId="{761E7D31-CD61-4C45-8855-82968F37619B}" type="presOf" srcId="{07A65C67-9255-654A-91E3-1E08FBEC256E}" destId="{08AF8774-ACFF-3F43-B3A3-8D75F1E7254D}" srcOrd="0" destOrd="0" presId="urn:microsoft.com/office/officeart/2005/8/layout/list1"/>
    <dgm:cxn modelId="{8F6D3D37-A669-7041-8CCC-F701E078BDC4}" srcId="{CA740C16-B43F-2145-84FB-BD333FC2AFF3}" destId="{FB6C272A-4526-6248-8D44-02579A808527}" srcOrd="2" destOrd="0" parTransId="{EA246907-076B-E446-8D45-813BB01A23BF}" sibTransId="{7065F274-A4C1-DE40-B0AB-08909DFD20D2}"/>
    <dgm:cxn modelId="{EFE8063C-9955-1E43-8D0D-A74294DF8EE3}" srcId="{B258140D-C391-B441-8557-02791ABCCF6B}" destId="{3E592227-3395-A44E-92F4-29EE2944A17A}" srcOrd="1" destOrd="0" parTransId="{73A73BE7-A6D5-434F-8D1A-6ED276C0716D}" sibTransId="{05BC0D76-63D7-6040-8C7E-73F7E543992F}"/>
    <dgm:cxn modelId="{3BA5AC3E-68F2-6344-B986-73AAB7AD9E90}" type="presOf" srcId="{B258140D-C391-B441-8557-02791ABCCF6B}" destId="{38E462A6-1AFE-AA47-AB66-DFB29D837B31}" srcOrd="0" destOrd="0" presId="urn:microsoft.com/office/officeart/2005/8/layout/list1"/>
    <dgm:cxn modelId="{C6E3E33F-0228-4A46-87C1-2B4AB0598D09}" srcId="{FB6C272A-4526-6248-8D44-02579A808527}" destId="{3D12059B-7BF6-BC48-98F7-61D959C2C574}" srcOrd="2" destOrd="0" parTransId="{2935A60B-EA3C-144A-9AC1-E8DA15933209}" sibTransId="{27D6C3AA-E28B-234C-8B9B-6F7EC585392A}"/>
    <dgm:cxn modelId="{A9AD554B-0458-6845-9BD6-B8776BED6DD8}" srcId="{FB6C272A-4526-6248-8D44-02579A808527}" destId="{A4C9E9AC-74C7-454E-B408-84A92FEEC766}" srcOrd="1" destOrd="0" parTransId="{5D28DEE4-F817-0C41-B26B-61849297B743}" sibTransId="{61BC8A00-04A3-D14F-8D4E-6878E9B7393A}"/>
    <dgm:cxn modelId="{0A042E4E-F3C5-454A-9C45-1B94DE984190}" srcId="{FB6C272A-4526-6248-8D44-02579A808527}" destId="{D8AAF3C3-885B-F848-8C00-051781A83BEF}" srcOrd="0" destOrd="0" parTransId="{45B3F936-2E5C-DE46-8A9D-EA2F9AADAC31}" sibTransId="{FD13285A-CA25-E043-B018-32DABCA99DB4}"/>
    <dgm:cxn modelId="{50D1A750-636B-7446-AEAA-BA1C833A54DD}" type="presOf" srcId="{AE03096C-661D-5A47-A9B4-24BA8CAD4ED7}" destId="{2F926869-AE1D-1D4E-B3AA-F7AA5F064CFA}" srcOrd="0" destOrd="0" presId="urn:microsoft.com/office/officeart/2005/8/layout/list1"/>
    <dgm:cxn modelId="{ECB97657-E4AE-164C-8998-7155DBB2D33C}" srcId="{55B4F827-ED0B-B74A-8C66-3E114C0304B3}" destId="{5A32FC8B-FF66-E14E-8B16-35DC890E23B0}" srcOrd="1" destOrd="0" parTransId="{91A8B70E-C797-0D45-8975-FF260530E667}" sibTransId="{0E94B9BD-4FBE-464B-A18E-D66770154EC0}"/>
    <dgm:cxn modelId="{101E6162-2FB6-F64B-8A88-E0084D77375C}" type="presOf" srcId="{4F57C9AA-42B5-8C47-A2AC-191AC02F6C39}" destId="{2F926869-AE1D-1D4E-B3AA-F7AA5F064CFA}" srcOrd="0" destOrd="2" presId="urn:microsoft.com/office/officeart/2005/8/layout/list1"/>
    <dgm:cxn modelId="{AA4FAF69-C4B6-D446-A545-1D911AB7611C}" type="presOf" srcId="{3E592227-3395-A44E-92F4-29EE2944A17A}" destId="{08AF8774-ACFF-3F43-B3A3-8D75F1E7254D}" srcOrd="0" destOrd="1" presId="urn:microsoft.com/office/officeart/2005/8/layout/list1"/>
    <dgm:cxn modelId="{38E33C73-E3A1-5F4E-A2F9-4AD35D1AA419}" type="presOf" srcId="{CE3424A8-F9D2-8947-9107-8F3AD9AB4375}" destId="{BA19E6D5-D4F9-564C-8076-962EAB525B8B}" srcOrd="0" destOrd="0" presId="urn:microsoft.com/office/officeart/2005/8/layout/list1"/>
    <dgm:cxn modelId="{A36BB589-0DBF-5344-9550-6DB23B4B1A64}" type="presOf" srcId="{3D12059B-7BF6-BC48-98F7-61D959C2C574}" destId="{A148F7B5-F130-D646-B949-6E720C541A81}" srcOrd="0" destOrd="2" presId="urn:microsoft.com/office/officeart/2005/8/layout/list1"/>
    <dgm:cxn modelId="{74FB4A8A-1D3E-3F47-9A8C-FF0CDB0C1C5F}" type="presOf" srcId="{B258140D-C391-B441-8557-02791ABCCF6B}" destId="{0812A244-AC32-5940-8D4C-E075C259C5E1}" srcOrd="1" destOrd="0" presId="urn:microsoft.com/office/officeart/2005/8/layout/list1"/>
    <dgm:cxn modelId="{A86A759C-645D-7C40-AA08-C07B2565CCA8}" srcId="{609BE01F-A734-3745-8C31-22B6436088A5}" destId="{AE03096C-661D-5A47-A9B4-24BA8CAD4ED7}" srcOrd="0" destOrd="0" parTransId="{5E597E51-C9F7-734A-8FAA-37B6FDC54AA3}" sibTransId="{B79352D1-0691-6543-9CFD-9AB8B4CC0782}"/>
    <dgm:cxn modelId="{72A1559F-5F77-904E-8B52-559656D19C98}" type="presOf" srcId="{5A32FC8B-FF66-E14E-8B16-35DC890E23B0}" destId="{BA19E6D5-D4F9-564C-8076-962EAB525B8B}" srcOrd="0" destOrd="1" presId="urn:microsoft.com/office/officeart/2005/8/layout/list1"/>
    <dgm:cxn modelId="{7565A4A7-0CE4-DC43-BA9E-2EBB711F0B58}" srcId="{B258140D-C391-B441-8557-02791ABCCF6B}" destId="{04F43A4E-06F6-134E-96E9-1EE5F085C19C}" srcOrd="2" destOrd="0" parTransId="{02B4CDDF-708E-3642-ADF7-8D9967C77C42}" sibTransId="{B78F8265-F508-784B-A43B-22C91DAED930}"/>
    <dgm:cxn modelId="{6AD198A9-1084-D043-AC11-BCF9FB26D002}" type="presOf" srcId="{55B4F827-ED0B-B74A-8C66-3E114C0304B3}" destId="{4B8761EC-4F8B-1144-A487-DC8490A0EEED}" srcOrd="1" destOrd="0" presId="urn:microsoft.com/office/officeart/2005/8/layout/list1"/>
    <dgm:cxn modelId="{0A4C47AE-8F0B-8D4F-A423-E7742552AB9D}" srcId="{CA740C16-B43F-2145-84FB-BD333FC2AFF3}" destId="{55B4F827-ED0B-B74A-8C66-3E114C0304B3}" srcOrd="3" destOrd="0" parTransId="{067127FF-D36B-F24C-874A-F4D4A1E38506}" sibTransId="{E5211BFD-BD99-0A44-9095-EE917B29207B}"/>
    <dgm:cxn modelId="{6A7263B6-17EF-FA44-AC69-1685B8610B96}" type="presOf" srcId="{FB6C272A-4526-6248-8D44-02579A808527}" destId="{16BA9FF8-D535-494C-9A85-6DB28211C61F}" srcOrd="0" destOrd="0" presId="urn:microsoft.com/office/officeart/2005/8/layout/list1"/>
    <dgm:cxn modelId="{3DB22BB9-9F52-C34B-B98C-3AD9DC3207BE}" srcId="{B258140D-C391-B441-8557-02791ABCCF6B}" destId="{07A65C67-9255-654A-91E3-1E08FBEC256E}" srcOrd="0" destOrd="0" parTransId="{8E1C13DA-0D3D-C146-A722-9018D93F355B}" sibTransId="{892F9E2C-68F0-DD4D-8086-B52739EF1F2A}"/>
    <dgm:cxn modelId="{EFE382C0-F957-8642-BA8C-703318EACBFF}" srcId="{609BE01F-A734-3745-8C31-22B6436088A5}" destId="{4F57C9AA-42B5-8C47-A2AC-191AC02F6C39}" srcOrd="2" destOrd="0" parTransId="{8E5BAEA0-8413-6541-929C-2A234278E46B}" sibTransId="{BC51D0AE-45C2-4A48-A0BE-8CDBE1255933}"/>
    <dgm:cxn modelId="{7636EBCF-F411-6E48-BCA0-6819307A5A3F}" type="presOf" srcId="{D80AED84-D0E0-EE4D-B0B3-C4848F64931B}" destId="{BA19E6D5-D4F9-564C-8076-962EAB525B8B}" srcOrd="0" destOrd="2" presId="urn:microsoft.com/office/officeart/2005/8/layout/list1"/>
    <dgm:cxn modelId="{6F7BD5D5-04B5-2E4E-A740-7B30A76262F8}" type="presOf" srcId="{55B4F827-ED0B-B74A-8C66-3E114C0304B3}" destId="{E44FC7B1-FA9B-B345-90AF-65A6733F6574}" srcOrd="0" destOrd="0" presId="urn:microsoft.com/office/officeart/2005/8/layout/list1"/>
    <dgm:cxn modelId="{7A5A16DD-98A2-024E-84DD-9B28D5A67FAB}" srcId="{55B4F827-ED0B-B74A-8C66-3E114C0304B3}" destId="{CE3424A8-F9D2-8947-9107-8F3AD9AB4375}" srcOrd="0" destOrd="0" parTransId="{D4388322-5F02-614D-8476-872ACFD86E0A}" sibTransId="{AB49A48C-BE57-C84D-84C5-9858AB723738}"/>
    <dgm:cxn modelId="{BF90F5E2-EEB0-D248-9E20-B38D9B5B8F5A}" type="presOf" srcId="{CA740C16-B43F-2145-84FB-BD333FC2AFF3}" destId="{FDA06BB8-DCDE-DE42-A9E6-08701716E65C}" srcOrd="0" destOrd="0" presId="urn:microsoft.com/office/officeart/2005/8/layout/list1"/>
    <dgm:cxn modelId="{8CE891E5-ED87-5840-93F7-F9944ADDEE39}" srcId="{CA740C16-B43F-2145-84FB-BD333FC2AFF3}" destId="{609BE01F-A734-3745-8C31-22B6436088A5}" srcOrd="1" destOrd="0" parTransId="{3507CDE7-4121-B043-8DBD-8F2B640B44F6}" sibTransId="{6619AF43-86B4-4047-BF62-BDEBAF30A9C9}"/>
    <dgm:cxn modelId="{2D8E26ED-A9C2-B14C-9CA7-9533A752D1F0}" type="presOf" srcId="{D8AAF3C3-885B-F848-8C00-051781A83BEF}" destId="{A148F7B5-F130-D646-B949-6E720C541A81}" srcOrd="0" destOrd="0" presId="urn:microsoft.com/office/officeart/2005/8/layout/list1"/>
    <dgm:cxn modelId="{7B104BF4-6BAB-0747-BA89-9F0E407C393F}" type="presOf" srcId="{609BE01F-A734-3745-8C31-22B6436088A5}" destId="{F2C47E4A-6354-E347-B70A-7504CF22D0A1}" srcOrd="1" destOrd="0" presId="urn:microsoft.com/office/officeart/2005/8/layout/list1"/>
    <dgm:cxn modelId="{398092F9-93D6-C543-A7D3-229373E7BBBB}" type="presOf" srcId="{609BE01F-A734-3745-8C31-22B6436088A5}" destId="{035EC75D-6621-2843-A6CA-D9EE6CCBDE70}" srcOrd="0" destOrd="0" presId="urn:microsoft.com/office/officeart/2005/8/layout/list1"/>
    <dgm:cxn modelId="{29D1D3FA-B077-3E40-88FB-08228B8985A5}" type="presOf" srcId="{A4C9E9AC-74C7-454E-B408-84A92FEEC766}" destId="{A148F7B5-F130-D646-B949-6E720C541A81}" srcOrd="0" destOrd="1" presId="urn:microsoft.com/office/officeart/2005/8/layout/list1"/>
    <dgm:cxn modelId="{210BDB8C-33D0-8342-9A95-3586DCD0D4B1}" type="presParOf" srcId="{FDA06BB8-DCDE-DE42-A9E6-08701716E65C}" destId="{3E23209A-59F0-3240-9525-02E14CF0BAB6}" srcOrd="0" destOrd="0" presId="urn:microsoft.com/office/officeart/2005/8/layout/list1"/>
    <dgm:cxn modelId="{EC1330C1-52EC-5542-8560-26CD5D25E7C2}" type="presParOf" srcId="{3E23209A-59F0-3240-9525-02E14CF0BAB6}" destId="{38E462A6-1AFE-AA47-AB66-DFB29D837B31}" srcOrd="0" destOrd="0" presId="urn:microsoft.com/office/officeart/2005/8/layout/list1"/>
    <dgm:cxn modelId="{FAC9B53A-EF7F-A04F-8EC2-738382DB3214}" type="presParOf" srcId="{3E23209A-59F0-3240-9525-02E14CF0BAB6}" destId="{0812A244-AC32-5940-8D4C-E075C259C5E1}" srcOrd="1" destOrd="0" presId="urn:microsoft.com/office/officeart/2005/8/layout/list1"/>
    <dgm:cxn modelId="{084DC296-6658-1944-A73D-DCF67B789033}" type="presParOf" srcId="{FDA06BB8-DCDE-DE42-A9E6-08701716E65C}" destId="{11AFAD1D-B1D1-264D-B532-E3C4D110FDA3}" srcOrd="1" destOrd="0" presId="urn:microsoft.com/office/officeart/2005/8/layout/list1"/>
    <dgm:cxn modelId="{C468F864-47A0-ED44-91C7-120B13F37A62}" type="presParOf" srcId="{FDA06BB8-DCDE-DE42-A9E6-08701716E65C}" destId="{08AF8774-ACFF-3F43-B3A3-8D75F1E7254D}" srcOrd="2" destOrd="0" presId="urn:microsoft.com/office/officeart/2005/8/layout/list1"/>
    <dgm:cxn modelId="{56A99A5C-C967-DC46-A030-3ACC68326A28}" type="presParOf" srcId="{FDA06BB8-DCDE-DE42-A9E6-08701716E65C}" destId="{ADDC7669-2CA8-4B40-A553-A0072D55C5C3}" srcOrd="3" destOrd="0" presId="urn:microsoft.com/office/officeart/2005/8/layout/list1"/>
    <dgm:cxn modelId="{733B1E24-A1DC-BA4F-8FDA-3D44CBE5B699}" type="presParOf" srcId="{FDA06BB8-DCDE-DE42-A9E6-08701716E65C}" destId="{AAE56516-6189-7142-8653-1D637577BEFA}" srcOrd="4" destOrd="0" presId="urn:microsoft.com/office/officeart/2005/8/layout/list1"/>
    <dgm:cxn modelId="{A29B67FA-EA3F-1F49-9E01-61B737D3A3F7}" type="presParOf" srcId="{AAE56516-6189-7142-8653-1D637577BEFA}" destId="{035EC75D-6621-2843-A6CA-D9EE6CCBDE70}" srcOrd="0" destOrd="0" presId="urn:microsoft.com/office/officeart/2005/8/layout/list1"/>
    <dgm:cxn modelId="{5ED20AFE-46A5-A14D-AB60-7B5D8DDF8125}" type="presParOf" srcId="{AAE56516-6189-7142-8653-1D637577BEFA}" destId="{F2C47E4A-6354-E347-B70A-7504CF22D0A1}" srcOrd="1" destOrd="0" presId="urn:microsoft.com/office/officeart/2005/8/layout/list1"/>
    <dgm:cxn modelId="{597E1A14-2A6E-6541-A3BD-500A4745A189}" type="presParOf" srcId="{FDA06BB8-DCDE-DE42-A9E6-08701716E65C}" destId="{0B5672E1-5191-E24A-B666-653913C325DA}" srcOrd="5" destOrd="0" presId="urn:microsoft.com/office/officeart/2005/8/layout/list1"/>
    <dgm:cxn modelId="{15782879-C4A8-0041-9668-B964D6803320}" type="presParOf" srcId="{FDA06BB8-DCDE-DE42-A9E6-08701716E65C}" destId="{2F926869-AE1D-1D4E-B3AA-F7AA5F064CFA}" srcOrd="6" destOrd="0" presId="urn:microsoft.com/office/officeart/2005/8/layout/list1"/>
    <dgm:cxn modelId="{78459EE2-A01A-D340-8384-6B52F021A042}" type="presParOf" srcId="{FDA06BB8-DCDE-DE42-A9E6-08701716E65C}" destId="{4A3DD177-AEB1-D449-AAE5-DEEDD6FFAD4C}" srcOrd="7" destOrd="0" presId="urn:microsoft.com/office/officeart/2005/8/layout/list1"/>
    <dgm:cxn modelId="{F36DF803-FC8D-4546-844D-B2AB8584111A}" type="presParOf" srcId="{FDA06BB8-DCDE-DE42-A9E6-08701716E65C}" destId="{D3CD1A5F-785A-DC4C-9544-BCD60F480A13}" srcOrd="8" destOrd="0" presId="urn:microsoft.com/office/officeart/2005/8/layout/list1"/>
    <dgm:cxn modelId="{63202BFD-38A9-CD41-BCA8-BEB4DADC80C0}" type="presParOf" srcId="{D3CD1A5F-785A-DC4C-9544-BCD60F480A13}" destId="{16BA9FF8-D535-494C-9A85-6DB28211C61F}" srcOrd="0" destOrd="0" presId="urn:microsoft.com/office/officeart/2005/8/layout/list1"/>
    <dgm:cxn modelId="{5ADE4BA1-DAC8-A94A-AEA3-05B63CCD6526}" type="presParOf" srcId="{D3CD1A5F-785A-DC4C-9544-BCD60F480A13}" destId="{0FAE5DA0-1CA0-1442-BD16-A9AD3C98B364}" srcOrd="1" destOrd="0" presId="urn:microsoft.com/office/officeart/2005/8/layout/list1"/>
    <dgm:cxn modelId="{E44C5F18-C933-A742-85DB-6E5B0C0FFB94}" type="presParOf" srcId="{FDA06BB8-DCDE-DE42-A9E6-08701716E65C}" destId="{A778C488-81F3-264F-B0C0-F24C3126E68E}" srcOrd="9" destOrd="0" presId="urn:microsoft.com/office/officeart/2005/8/layout/list1"/>
    <dgm:cxn modelId="{1D36E142-AAA3-5C45-B936-1B9141B4C8B5}" type="presParOf" srcId="{FDA06BB8-DCDE-DE42-A9E6-08701716E65C}" destId="{A148F7B5-F130-D646-B949-6E720C541A81}" srcOrd="10" destOrd="0" presId="urn:microsoft.com/office/officeart/2005/8/layout/list1"/>
    <dgm:cxn modelId="{FC025B0B-1284-CB4A-969E-40B1DC7889BF}" type="presParOf" srcId="{FDA06BB8-DCDE-DE42-A9E6-08701716E65C}" destId="{A54ECAA8-B3F1-F042-B11C-5F917E22D249}" srcOrd="11" destOrd="0" presId="urn:microsoft.com/office/officeart/2005/8/layout/list1"/>
    <dgm:cxn modelId="{DD351047-2C21-D446-B35F-36AC9BF5938B}" type="presParOf" srcId="{FDA06BB8-DCDE-DE42-A9E6-08701716E65C}" destId="{1068E3C2-F914-4643-ACF1-B78974E02CDC}" srcOrd="12" destOrd="0" presId="urn:microsoft.com/office/officeart/2005/8/layout/list1"/>
    <dgm:cxn modelId="{351CA96E-A5B6-E743-96E3-1FF275765583}" type="presParOf" srcId="{1068E3C2-F914-4643-ACF1-B78974E02CDC}" destId="{E44FC7B1-FA9B-B345-90AF-65A6733F6574}" srcOrd="0" destOrd="0" presId="urn:microsoft.com/office/officeart/2005/8/layout/list1"/>
    <dgm:cxn modelId="{1D01348A-2C34-D145-8969-B53B9F7CC35D}" type="presParOf" srcId="{1068E3C2-F914-4643-ACF1-B78974E02CDC}" destId="{4B8761EC-4F8B-1144-A487-DC8490A0EEED}" srcOrd="1" destOrd="0" presId="urn:microsoft.com/office/officeart/2005/8/layout/list1"/>
    <dgm:cxn modelId="{D5527C3F-2BDD-404F-9373-9D116800FB35}" type="presParOf" srcId="{FDA06BB8-DCDE-DE42-A9E6-08701716E65C}" destId="{44401E88-3D30-A846-BCC4-3E855238343A}" srcOrd="13" destOrd="0" presId="urn:microsoft.com/office/officeart/2005/8/layout/list1"/>
    <dgm:cxn modelId="{4375CC15-2CA8-124B-B783-1FD09FDD8D7E}" type="presParOf" srcId="{FDA06BB8-DCDE-DE42-A9E6-08701716E65C}" destId="{BA19E6D5-D4F9-564C-8076-962EAB525B8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685F47-BC9F-3749-9818-61598EDA35EB}" type="doc">
      <dgm:prSet loTypeId="urn:microsoft.com/office/officeart/2005/8/layout/b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8B416F-4B9A-B04C-AA0C-AFBC6B539326}">
      <dgm:prSet phldrT="[Text]"/>
      <dgm:spPr/>
      <dgm:t>
        <a:bodyPr/>
        <a:lstStyle/>
        <a:p>
          <a:r>
            <a:rPr lang="en-US"/>
            <a:t>Master Dataset</a:t>
          </a:r>
        </a:p>
      </dgm:t>
    </dgm:pt>
    <dgm:pt modelId="{E409C786-10C3-834B-AD75-97DF7EAF32B2}" type="parTrans" cxnId="{36AA5B94-E207-F049-AB3E-884729FBE734}">
      <dgm:prSet/>
      <dgm:spPr/>
      <dgm:t>
        <a:bodyPr/>
        <a:lstStyle/>
        <a:p>
          <a:endParaRPr lang="en-US"/>
        </a:p>
      </dgm:t>
    </dgm:pt>
    <dgm:pt modelId="{BBC03647-CC1F-E14B-B4DD-ACED49F8D214}" type="sibTrans" cxnId="{36AA5B94-E207-F049-AB3E-884729FBE734}">
      <dgm:prSet/>
      <dgm:spPr/>
      <dgm:t>
        <a:bodyPr/>
        <a:lstStyle/>
        <a:p>
          <a:endParaRPr lang="en-US"/>
        </a:p>
      </dgm:t>
    </dgm:pt>
    <dgm:pt modelId="{C97237BB-A507-EA45-A2AF-C3D9CC652486}">
      <dgm:prSet phldrT="[Text]"/>
      <dgm:spPr/>
      <dgm:t>
        <a:bodyPr/>
        <a:lstStyle/>
        <a:p>
          <a:r>
            <a:rPr lang="en-US"/>
            <a:t>Implications for Sample Selection</a:t>
          </a:r>
        </a:p>
      </dgm:t>
    </dgm:pt>
    <dgm:pt modelId="{BBA4D227-0C9C-CC42-9A3A-388152B64148}" type="parTrans" cxnId="{91EBADCB-0A40-724C-A36D-9E43015C2362}">
      <dgm:prSet/>
      <dgm:spPr/>
      <dgm:t>
        <a:bodyPr/>
        <a:lstStyle/>
        <a:p>
          <a:endParaRPr lang="en-US"/>
        </a:p>
      </dgm:t>
    </dgm:pt>
    <dgm:pt modelId="{004BD223-DB0C-C847-9FAE-A22E54FE2644}" type="sibTrans" cxnId="{91EBADCB-0A40-724C-A36D-9E43015C2362}">
      <dgm:prSet/>
      <dgm:spPr/>
      <dgm:t>
        <a:bodyPr/>
        <a:lstStyle/>
        <a:p>
          <a:endParaRPr lang="en-US"/>
        </a:p>
      </dgm:t>
    </dgm:pt>
    <dgm:pt modelId="{F0AFF89B-5580-B348-88B1-366C5831B53D}">
      <dgm:prSet phldrT="[Text]"/>
      <dgm:spPr/>
      <dgm:t>
        <a:bodyPr/>
        <a:lstStyle/>
        <a:p>
          <a:r>
            <a:rPr lang="en-US"/>
            <a:t>Sample Findings</a:t>
          </a:r>
        </a:p>
      </dgm:t>
    </dgm:pt>
    <dgm:pt modelId="{C7E4291C-86D5-1E4E-B193-F108C4BD4F38}" type="parTrans" cxnId="{C539189C-B887-4041-BE16-701C2568F7C9}">
      <dgm:prSet/>
      <dgm:spPr/>
      <dgm:t>
        <a:bodyPr/>
        <a:lstStyle/>
        <a:p>
          <a:endParaRPr lang="en-US"/>
        </a:p>
      </dgm:t>
    </dgm:pt>
    <dgm:pt modelId="{BAD57FC4-CD49-7942-B037-59B97280D64F}" type="sibTrans" cxnId="{C539189C-B887-4041-BE16-701C2568F7C9}">
      <dgm:prSet/>
      <dgm:spPr/>
      <dgm:t>
        <a:bodyPr/>
        <a:lstStyle/>
        <a:p>
          <a:endParaRPr lang="en-US"/>
        </a:p>
      </dgm:t>
    </dgm:pt>
    <dgm:pt modelId="{897330A6-437D-6E43-9154-AF899BB3EF81}">
      <dgm:prSet phldrT="[Text]"/>
      <dgm:spPr/>
      <dgm:t>
        <a:bodyPr/>
        <a:lstStyle/>
        <a:p>
          <a:r>
            <a:rPr lang="en-US"/>
            <a:t>Implications for Model Selection</a:t>
          </a:r>
        </a:p>
      </dgm:t>
    </dgm:pt>
    <dgm:pt modelId="{A489C096-B639-484B-BEAF-5B4D700D2D12}" type="parTrans" cxnId="{DD862F75-94B3-E242-AD4A-4F100225691C}">
      <dgm:prSet/>
      <dgm:spPr/>
      <dgm:t>
        <a:bodyPr/>
        <a:lstStyle/>
        <a:p>
          <a:endParaRPr lang="en-US"/>
        </a:p>
      </dgm:t>
    </dgm:pt>
    <dgm:pt modelId="{3E115A93-83BA-0449-B3C5-F76080A7E00B}" type="sibTrans" cxnId="{DD862F75-94B3-E242-AD4A-4F100225691C}">
      <dgm:prSet/>
      <dgm:spPr/>
      <dgm:t>
        <a:bodyPr/>
        <a:lstStyle/>
        <a:p>
          <a:endParaRPr lang="en-US"/>
        </a:p>
      </dgm:t>
    </dgm:pt>
    <dgm:pt modelId="{CF5CA574-3248-0A47-881D-AA4200F4996A}">
      <dgm:prSet phldrT="[Text]"/>
      <dgm:spPr/>
      <dgm:t>
        <a:bodyPr/>
        <a:lstStyle/>
        <a:p>
          <a:r>
            <a:rPr lang="en-US"/>
            <a:t>Model Findings</a:t>
          </a:r>
        </a:p>
      </dgm:t>
    </dgm:pt>
    <dgm:pt modelId="{35E840CD-BAB7-7343-8AAD-1E07C48DC9E7}" type="parTrans" cxnId="{1084D4E8-E5A9-374F-BBB8-DC6011D585FC}">
      <dgm:prSet/>
      <dgm:spPr/>
      <dgm:t>
        <a:bodyPr/>
        <a:lstStyle/>
        <a:p>
          <a:endParaRPr lang="en-US"/>
        </a:p>
      </dgm:t>
    </dgm:pt>
    <dgm:pt modelId="{83D0B1E0-2948-3D43-B355-BC2A22633F5A}" type="sibTrans" cxnId="{1084D4E8-E5A9-374F-BBB8-DC6011D585FC}">
      <dgm:prSet/>
      <dgm:spPr/>
      <dgm:t>
        <a:bodyPr/>
        <a:lstStyle/>
        <a:p>
          <a:endParaRPr lang="en-US"/>
        </a:p>
      </dgm:t>
    </dgm:pt>
    <dgm:pt modelId="{A3F5785A-88C2-5E46-A2CC-C3098DB7CD18}">
      <dgm:prSet phldrT="[Text]"/>
      <dgm:spPr/>
      <dgm:t>
        <a:bodyPr/>
        <a:lstStyle/>
        <a:p>
          <a:r>
            <a:rPr lang="en-US"/>
            <a:t>Interpretation of Model Performance</a:t>
          </a:r>
        </a:p>
      </dgm:t>
    </dgm:pt>
    <dgm:pt modelId="{27E7A16D-EF7B-7F42-807A-0874C1AB3B4B}" type="parTrans" cxnId="{1059A796-CAA8-8042-AF0D-4B9151C83416}">
      <dgm:prSet/>
      <dgm:spPr/>
      <dgm:t>
        <a:bodyPr/>
        <a:lstStyle/>
        <a:p>
          <a:endParaRPr lang="en-US"/>
        </a:p>
      </dgm:t>
    </dgm:pt>
    <dgm:pt modelId="{A461D22C-E7B0-CD44-ABFA-2C895452EF11}" type="sibTrans" cxnId="{1059A796-CAA8-8042-AF0D-4B9151C83416}">
      <dgm:prSet/>
      <dgm:spPr/>
      <dgm:t>
        <a:bodyPr/>
        <a:lstStyle/>
        <a:p>
          <a:endParaRPr lang="en-US"/>
        </a:p>
      </dgm:t>
    </dgm:pt>
    <dgm:pt modelId="{3A7D4403-20E7-7E4A-BFAD-60F9B9C0201B}" type="pres">
      <dgm:prSet presAssocID="{22685F47-BC9F-3749-9818-61598EDA35EB}" presName="Name0" presStyleCnt="0">
        <dgm:presLayoutVars>
          <dgm:dir/>
          <dgm:resizeHandles val="exact"/>
        </dgm:presLayoutVars>
      </dgm:prSet>
      <dgm:spPr/>
    </dgm:pt>
    <dgm:pt modelId="{AFCF0855-528D-3C45-88C8-3BBD5D088701}" type="pres">
      <dgm:prSet presAssocID="{898B416F-4B9A-B04C-AA0C-AFBC6B539326}" presName="node" presStyleLbl="node1" presStyleIdx="0" presStyleCnt="6">
        <dgm:presLayoutVars>
          <dgm:bulletEnabled val="1"/>
        </dgm:presLayoutVars>
      </dgm:prSet>
      <dgm:spPr/>
    </dgm:pt>
    <dgm:pt modelId="{B9AD2B15-3CA7-8D4C-BED1-710F80448AF7}" type="pres">
      <dgm:prSet presAssocID="{BBC03647-CC1F-E14B-B4DD-ACED49F8D214}" presName="sibTrans" presStyleLbl="sibTrans1D1" presStyleIdx="0" presStyleCnt="5"/>
      <dgm:spPr/>
    </dgm:pt>
    <dgm:pt modelId="{9C0497B3-D6D2-DC4B-992B-6E5D9EF0B03E}" type="pres">
      <dgm:prSet presAssocID="{BBC03647-CC1F-E14B-B4DD-ACED49F8D214}" presName="connectorText" presStyleLbl="sibTrans1D1" presStyleIdx="0" presStyleCnt="5"/>
      <dgm:spPr/>
    </dgm:pt>
    <dgm:pt modelId="{209BDB7C-9E2B-474C-8F02-3BD69754E2C6}" type="pres">
      <dgm:prSet presAssocID="{C97237BB-A507-EA45-A2AF-C3D9CC652486}" presName="node" presStyleLbl="node1" presStyleIdx="1" presStyleCnt="6">
        <dgm:presLayoutVars>
          <dgm:bulletEnabled val="1"/>
        </dgm:presLayoutVars>
      </dgm:prSet>
      <dgm:spPr/>
    </dgm:pt>
    <dgm:pt modelId="{9F466746-BE9F-FF4F-BD73-2F35EA5B940B}" type="pres">
      <dgm:prSet presAssocID="{004BD223-DB0C-C847-9FAE-A22E54FE2644}" presName="sibTrans" presStyleLbl="sibTrans1D1" presStyleIdx="1" presStyleCnt="5"/>
      <dgm:spPr/>
    </dgm:pt>
    <dgm:pt modelId="{208B4ED0-4D33-9744-B516-306CB2D74AF3}" type="pres">
      <dgm:prSet presAssocID="{004BD223-DB0C-C847-9FAE-A22E54FE2644}" presName="connectorText" presStyleLbl="sibTrans1D1" presStyleIdx="1" presStyleCnt="5"/>
      <dgm:spPr/>
    </dgm:pt>
    <dgm:pt modelId="{3F548854-2038-2349-B2B6-959B460B01F8}" type="pres">
      <dgm:prSet presAssocID="{F0AFF89B-5580-B348-88B1-366C5831B53D}" presName="node" presStyleLbl="node1" presStyleIdx="2" presStyleCnt="6">
        <dgm:presLayoutVars>
          <dgm:bulletEnabled val="1"/>
        </dgm:presLayoutVars>
      </dgm:prSet>
      <dgm:spPr/>
    </dgm:pt>
    <dgm:pt modelId="{DA4DBC4E-C82C-2E40-85CC-BA45FFD2FE4E}" type="pres">
      <dgm:prSet presAssocID="{BAD57FC4-CD49-7942-B037-59B97280D64F}" presName="sibTrans" presStyleLbl="sibTrans1D1" presStyleIdx="2" presStyleCnt="5"/>
      <dgm:spPr/>
    </dgm:pt>
    <dgm:pt modelId="{17B7732C-2A51-E348-AFC3-E13A35CD8EDB}" type="pres">
      <dgm:prSet presAssocID="{BAD57FC4-CD49-7942-B037-59B97280D64F}" presName="connectorText" presStyleLbl="sibTrans1D1" presStyleIdx="2" presStyleCnt="5"/>
      <dgm:spPr/>
    </dgm:pt>
    <dgm:pt modelId="{81717E58-F2D9-D84E-AAE4-4907D37C4DEA}" type="pres">
      <dgm:prSet presAssocID="{897330A6-437D-6E43-9154-AF899BB3EF81}" presName="node" presStyleLbl="node1" presStyleIdx="3" presStyleCnt="6">
        <dgm:presLayoutVars>
          <dgm:bulletEnabled val="1"/>
        </dgm:presLayoutVars>
      </dgm:prSet>
      <dgm:spPr/>
    </dgm:pt>
    <dgm:pt modelId="{E7DE2D41-C11C-2E4B-B9BB-E4133A24A7EE}" type="pres">
      <dgm:prSet presAssocID="{3E115A93-83BA-0449-B3C5-F76080A7E00B}" presName="sibTrans" presStyleLbl="sibTrans1D1" presStyleIdx="3" presStyleCnt="5"/>
      <dgm:spPr/>
    </dgm:pt>
    <dgm:pt modelId="{CDBB90CF-685C-DA41-A6E8-C592AE04691F}" type="pres">
      <dgm:prSet presAssocID="{3E115A93-83BA-0449-B3C5-F76080A7E00B}" presName="connectorText" presStyleLbl="sibTrans1D1" presStyleIdx="3" presStyleCnt="5"/>
      <dgm:spPr/>
    </dgm:pt>
    <dgm:pt modelId="{3A2F1555-4622-B54A-86D2-8BA04F67C1A4}" type="pres">
      <dgm:prSet presAssocID="{CF5CA574-3248-0A47-881D-AA4200F4996A}" presName="node" presStyleLbl="node1" presStyleIdx="4" presStyleCnt="6">
        <dgm:presLayoutVars>
          <dgm:bulletEnabled val="1"/>
        </dgm:presLayoutVars>
      </dgm:prSet>
      <dgm:spPr/>
    </dgm:pt>
    <dgm:pt modelId="{E8C0F930-26BB-F342-8CF1-B14640ADFEF3}" type="pres">
      <dgm:prSet presAssocID="{83D0B1E0-2948-3D43-B355-BC2A22633F5A}" presName="sibTrans" presStyleLbl="sibTrans1D1" presStyleIdx="4" presStyleCnt="5"/>
      <dgm:spPr/>
    </dgm:pt>
    <dgm:pt modelId="{C3BE05F8-0FEF-B549-A341-D8390CFBCF7A}" type="pres">
      <dgm:prSet presAssocID="{83D0B1E0-2948-3D43-B355-BC2A22633F5A}" presName="connectorText" presStyleLbl="sibTrans1D1" presStyleIdx="4" presStyleCnt="5"/>
      <dgm:spPr/>
    </dgm:pt>
    <dgm:pt modelId="{DDA82F28-9279-E34D-B2A3-823B41F537D5}" type="pres">
      <dgm:prSet presAssocID="{A3F5785A-88C2-5E46-A2CC-C3098DB7CD18}" presName="node" presStyleLbl="node1" presStyleIdx="5" presStyleCnt="6">
        <dgm:presLayoutVars>
          <dgm:bulletEnabled val="1"/>
        </dgm:presLayoutVars>
      </dgm:prSet>
      <dgm:spPr/>
    </dgm:pt>
  </dgm:ptLst>
  <dgm:cxnLst>
    <dgm:cxn modelId="{43D56501-939C-FF4D-B71D-3E5F0DC106F3}" type="presOf" srcId="{C97237BB-A507-EA45-A2AF-C3D9CC652486}" destId="{209BDB7C-9E2B-474C-8F02-3BD69754E2C6}" srcOrd="0" destOrd="0" presId="urn:microsoft.com/office/officeart/2005/8/layout/bProcess3"/>
    <dgm:cxn modelId="{19897411-FBAB-4641-857F-E46BB9B0C71F}" type="presOf" srcId="{BAD57FC4-CD49-7942-B037-59B97280D64F}" destId="{17B7732C-2A51-E348-AFC3-E13A35CD8EDB}" srcOrd="1" destOrd="0" presId="urn:microsoft.com/office/officeart/2005/8/layout/bProcess3"/>
    <dgm:cxn modelId="{53F3334F-E780-2649-88D6-0FDA4C74470D}" type="presOf" srcId="{3E115A93-83BA-0449-B3C5-F76080A7E00B}" destId="{E7DE2D41-C11C-2E4B-B9BB-E4133A24A7EE}" srcOrd="0" destOrd="0" presId="urn:microsoft.com/office/officeart/2005/8/layout/bProcess3"/>
    <dgm:cxn modelId="{99D56256-3422-C949-997F-2027EE2F04F3}" type="presOf" srcId="{897330A6-437D-6E43-9154-AF899BB3EF81}" destId="{81717E58-F2D9-D84E-AAE4-4907D37C4DEA}" srcOrd="0" destOrd="0" presId="urn:microsoft.com/office/officeart/2005/8/layout/bProcess3"/>
    <dgm:cxn modelId="{904E5E59-8FDD-E949-BD90-DB8A3AB14EA7}" type="presOf" srcId="{898B416F-4B9A-B04C-AA0C-AFBC6B539326}" destId="{AFCF0855-528D-3C45-88C8-3BBD5D088701}" srcOrd="0" destOrd="0" presId="urn:microsoft.com/office/officeart/2005/8/layout/bProcess3"/>
    <dgm:cxn modelId="{2C824A5D-E61F-4641-8A49-302A2713698F}" type="presOf" srcId="{F0AFF89B-5580-B348-88B1-366C5831B53D}" destId="{3F548854-2038-2349-B2B6-959B460B01F8}" srcOrd="0" destOrd="0" presId="urn:microsoft.com/office/officeart/2005/8/layout/bProcess3"/>
    <dgm:cxn modelId="{3E875467-E24D-5F49-B1BE-4C45AC2CD990}" type="presOf" srcId="{004BD223-DB0C-C847-9FAE-A22E54FE2644}" destId="{9F466746-BE9F-FF4F-BD73-2F35EA5B940B}" srcOrd="0" destOrd="0" presId="urn:microsoft.com/office/officeart/2005/8/layout/bProcess3"/>
    <dgm:cxn modelId="{F1078870-A152-6C4C-8FAF-6407CA7F0EF9}" type="presOf" srcId="{BAD57FC4-CD49-7942-B037-59B97280D64F}" destId="{DA4DBC4E-C82C-2E40-85CC-BA45FFD2FE4E}" srcOrd="0" destOrd="0" presId="urn:microsoft.com/office/officeart/2005/8/layout/bProcess3"/>
    <dgm:cxn modelId="{DD862F75-94B3-E242-AD4A-4F100225691C}" srcId="{22685F47-BC9F-3749-9818-61598EDA35EB}" destId="{897330A6-437D-6E43-9154-AF899BB3EF81}" srcOrd="3" destOrd="0" parTransId="{A489C096-B639-484B-BEAF-5B4D700D2D12}" sibTransId="{3E115A93-83BA-0449-B3C5-F76080A7E00B}"/>
    <dgm:cxn modelId="{951A2588-3463-5B41-B566-3ED7DA232E4D}" type="presOf" srcId="{CF5CA574-3248-0A47-881D-AA4200F4996A}" destId="{3A2F1555-4622-B54A-86D2-8BA04F67C1A4}" srcOrd="0" destOrd="0" presId="urn:microsoft.com/office/officeart/2005/8/layout/bProcess3"/>
    <dgm:cxn modelId="{36AA5B94-E207-F049-AB3E-884729FBE734}" srcId="{22685F47-BC9F-3749-9818-61598EDA35EB}" destId="{898B416F-4B9A-B04C-AA0C-AFBC6B539326}" srcOrd="0" destOrd="0" parTransId="{E409C786-10C3-834B-AD75-97DF7EAF32B2}" sibTransId="{BBC03647-CC1F-E14B-B4DD-ACED49F8D214}"/>
    <dgm:cxn modelId="{1059A796-CAA8-8042-AF0D-4B9151C83416}" srcId="{22685F47-BC9F-3749-9818-61598EDA35EB}" destId="{A3F5785A-88C2-5E46-A2CC-C3098DB7CD18}" srcOrd="5" destOrd="0" parTransId="{27E7A16D-EF7B-7F42-807A-0874C1AB3B4B}" sibTransId="{A461D22C-E7B0-CD44-ABFA-2C895452EF11}"/>
    <dgm:cxn modelId="{9B9F0E9C-6A34-0644-A94F-61603A0B9837}" type="presOf" srcId="{3E115A93-83BA-0449-B3C5-F76080A7E00B}" destId="{CDBB90CF-685C-DA41-A6E8-C592AE04691F}" srcOrd="1" destOrd="0" presId="urn:microsoft.com/office/officeart/2005/8/layout/bProcess3"/>
    <dgm:cxn modelId="{C539189C-B887-4041-BE16-701C2568F7C9}" srcId="{22685F47-BC9F-3749-9818-61598EDA35EB}" destId="{F0AFF89B-5580-B348-88B1-366C5831B53D}" srcOrd="2" destOrd="0" parTransId="{C7E4291C-86D5-1E4E-B193-F108C4BD4F38}" sibTransId="{BAD57FC4-CD49-7942-B037-59B97280D64F}"/>
    <dgm:cxn modelId="{C5FE28A3-52F3-3645-A2F2-E93A017EB63C}" type="presOf" srcId="{A3F5785A-88C2-5E46-A2CC-C3098DB7CD18}" destId="{DDA82F28-9279-E34D-B2A3-823B41F537D5}" srcOrd="0" destOrd="0" presId="urn:microsoft.com/office/officeart/2005/8/layout/bProcess3"/>
    <dgm:cxn modelId="{284779AA-3836-9240-B15A-733F293D063E}" type="presOf" srcId="{004BD223-DB0C-C847-9FAE-A22E54FE2644}" destId="{208B4ED0-4D33-9744-B516-306CB2D74AF3}" srcOrd="1" destOrd="0" presId="urn:microsoft.com/office/officeart/2005/8/layout/bProcess3"/>
    <dgm:cxn modelId="{425B07AF-72ED-474A-B0D8-B51CBE927E5A}" type="presOf" srcId="{22685F47-BC9F-3749-9818-61598EDA35EB}" destId="{3A7D4403-20E7-7E4A-BFAD-60F9B9C0201B}" srcOrd="0" destOrd="0" presId="urn:microsoft.com/office/officeart/2005/8/layout/bProcess3"/>
    <dgm:cxn modelId="{0C2366B6-4AC0-C04B-ACAA-3BFA4E1361C5}" type="presOf" srcId="{BBC03647-CC1F-E14B-B4DD-ACED49F8D214}" destId="{B9AD2B15-3CA7-8D4C-BED1-710F80448AF7}" srcOrd="0" destOrd="0" presId="urn:microsoft.com/office/officeart/2005/8/layout/bProcess3"/>
    <dgm:cxn modelId="{91EBADCB-0A40-724C-A36D-9E43015C2362}" srcId="{22685F47-BC9F-3749-9818-61598EDA35EB}" destId="{C97237BB-A507-EA45-A2AF-C3D9CC652486}" srcOrd="1" destOrd="0" parTransId="{BBA4D227-0C9C-CC42-9A3A-388152B64148}" sibTransId="{004BD223-DB0C-C847-9FAE-A22E54FE2644}"/>
    <dgm:cxn modelId="{D65A36E0-5D7F-8541-96E7-FC8C092798A5}" type="presOf" srcId="{BBC03647-CC1F-E14B-B4DD-ACED49F8D214}" destId="{9C0497B3-D6D2-DC4B-992B-6E5D9EF0B03E}" srcOrd="1" destOrd="0" presId="urn:microsoft.com/office/officeart/2005/8/layout/bProcess3"/>
    <dgm:cxn modelId="{CD8EB0E4-E045-6143-9FDC-78AF52166680}" type="presOf" srcId="{83D0B1E0-2948-3D43-B355-BC2A22633F5A}" destId="{E8C0F930-26BB-F342-8CF1-B14640ADFEF3}" srcOrd="0" destOrd="0" presId="urn:microsoft.com/office/officeart/2005/8/layout/bProcess3"/>
    <dgm:cxn modelId="{1084D4E8-E5A9-374F-BBB8-DC6011D585FC}" srcId="{22685F47-BC9F-3749-9818-61598EDA35EB}" destId="{CF5CA574-3248-0A47-881D-AA4200F4996A}" srcOrd="4" destOrd="0" parTransId="{35E840CD-BAB7-7343-8AAD-1E07C48DC9E7}" sibTransId="{83D0B1E0-2948-3D43-B355-BC2A22633F5A}"/>
    <dgm:cxn modelId="{62697EF9-F297-B642-8436-EC33808779F4}" type="presOf" srcId="{83D0B1E0-2948-3D43-B355-BC2A22633F5A}" destId="{C3BE05F8-0FEF-B549-A341-D8390CFBCF7A}" srcOrd="1" destOrd="0" presId="urn:microsoft.com/office/officeart/2005/8/layout/bProcess3"/>
    <dgm:cxn modelId="{7D163108-3988-224B-B529-F8EC14EDED8C}" type="presParOf" srcId="{3A7D4403-20E7-7E4A-BFAD-60F9B9C0201B}" destId="{AFCF0855-528D-3C45-88C8-3BBD5D088701}" srcOrd="0" destOrd="0" presId="urn:microsoft.com/office/officeart/2005/8/layout/bProcess3"/>
    <dgm:cxn modelId="{8316D30F-C180-884C-9DAC-747FBC5CADDC}" type="presParOf" srcId="{3A7D4403-20E7-7E4A-BFAD-60F9B9C0201B}" destId="{B9AD2B15-3CA7-8D4C-BED1-710F80448AF7}" srcOrd="1" destOrd="0" presId="urn:microsoft.com/office/officeart/2005/8/layout/bProcess3"/>
    <dgm:cxn modelId="{2F74B0AB-7089-E746-9195-0F114493A932}" type="presParOf" srcId="{B9AD2B15-3CA7-8D4C-BED1-710F80448AF7}" destId="{9C0497B3-D6D2-DC4B-992B-6E5D9EF0B03E}" srcOrd="0" destOrd="0" presId="urn:microsoft.com/office/officeart/2005/8/layout/bProcess3"/>
    <dgm:cxn modelId="{14AB101A-6322-D34D-BF3B-04369AE7433B}" type="presParOf" srcId="{3A7D4403-20E7-7E4A-BFAD-60F9B9C0201B}" destId="{209BDB7C-9E2B-474C-8F02-3BD69754E2C6}" srcOrd="2" destOrd="0" presId="urn:microsoft.com/office/officeart/2005/8/layout/bProcess3"/>
    <dgm:cxn modelId="{FC65C0E3-9371-0D40-B375-593314E3DDB9}" type="presParOf" srcId="{3A7D4403-20E7-7E4A-BFAD-60F9B9C0201B}" destId="{9F466746-BE9F-FF4F-BD73-2F35EA5B940B}" srcOrd="3" destOrd="0" presId="urn:microsoft.com/office/officeart/2005/8/layout/bProcess3"/>
    <dgm:cxn modelId="{F5527F51-C6CD-0D4C-93FE-0DB24A349A29}" type="presParOf" srcId="{9F466746-BE9F-FF4F-BD73-2F35EA5B940B}" destId="{208B4ED0-4D33-9744-B516-306CB2D74AF3}" srcOrd="0" destOrd="0" presId="urn:microsoft.com/office/officeart/2005/8/layout/bProcess3"/>
    <dgm:cxn modelId="{D4525A3D-AEF1-EB46-A970-C1E1B9844902}" type="presParOf" srcId="{3A7D4403-20E7-7E4A-BFAD-60F9B9C0201B}" destId="{3F548854-2038-2349-B2B6-959B460B01F8}" srcOrd="4" destOrd="0" presId="urn:microsoft.com/office/officeart/2005/8/layout/bProcess3"/>
    <dgm:cxn modelId="{24077DC6-C7E8-9048-8904-381EA97E3F87}" type="presParOf" srcId="{3A7D4403-20E7-7E4A-BFAD-60F9B9C0201B}" destId="{DA4DBC4E-C82C-2E40-85CC-BA45FFD2FE4E}" srcOrd="5" destOrd="0" presId="urn:microsoft.com/office/officeart/2005/8/layout/bProcess3"/>
    <dgm:cxn modelId="{EE0F7F4A-BFA2-6742-B902-40142596F26E}" type="presParOf" srcId="{DA4DBC4E-C82C-2E40-85CC-BA45FFD2FE4E}" destId="{17B7732C-2A51-E348-AFC3-E13A35CD8EDB}" srcOrd="0" destOrd="0" presId="urn:microsoft.com/office/officeart/2005/8/layout/bProcess3"/>
    <dgm:cxn modelId="{26C91750-C0FD-AF49-BFE0-7494B82C90E4}" type="presParOf" srcId="{3A7D4403-20E7-7E4A-BFAD-60F9B9C0201B}" destId="{81717E58-F2D9-D84E-AAE4-4907D37C4DEA}" srcOrd="6" destOrd="0" presId="urn:microsoft.com/office/officeart/2005/8/layout/bProcess3"/>
    <dgm:cxn modelId="{45D9D374-1716-3D40-9023-BEBE903C7015}" type="presParOf" srcId="{3A7D4403-20E7-7E4A-BFAD-60F9B9C0201B}" destId="{E7DE2D41-C11C-2E4B-B9BB-E4133A24A7EE}" srcOrd="7" destOrd="0" presId="urn:microsoft.com/office/officeart/2005/8/layout/bProcess3"/>
    <dgm:cxn modelId="{854C4792-A977-484D-A132-4E934900606C}" type="presParOf" srcId="{E7DE2D41-C11C-2E4B-B9BB-E4133A24A7EE}" destId="{CDBB90CF-685C-DA41-A6E8-C592AE04691F}" srcOrd="0" destOrd="0" presId="urn:microsoft.com/office/officeart/2005/8/layout/bProcess3"/>
    <dgm:cxn modelId="{6DD0CE1A-B1BF-564C-9F10-326B8ACD2537}" type="presParOf" srcId="{3A7D4403-20E7-7E4A-BFAD-60F9B9C0201B}" destId="{3A2F1555-4622-B54A-86D2-8BA04F67C1A4}" srcOrd="8" destOrd="0" presId="urn:microsoft.com/office/officeart/2005/8/layout/bProcess3"/>
    <dgm:cxn modelId="{C2ACDB62-5E75-D041-BF7F-616A486F3947}" type="presParOf" srcId="{3A7D4403-20E7-7E4A-BFAD-60F9B9C0201B}" destId="{E8C0F930-26BB-F342-8CF1-B14640ADFEF3}" srcOrd="9" destOrd="0" presId="urn:microsoft.com/office/officeart/2005/8/layout/bProcess3"/>
    <dgm:cxn modelId="{8381579B-FA57-6945-9A5B-E47958FCFF31}" type="presParOf" srcId="{E8C0F930-26BB-F342-8CF1-B14640ADFEF3}" destId="{C3BE05F8-0FEF-B549-A341-D8390CFBCF7A}" srcOrd="0" destOrd="0" presId="urn:microsoft.com/office/officeart/2005/8/layout/bProcess3"/>
    <dgm:cxn modelId="{1837AEDE-9C4F-5D47-BC63-38B2ACD52195}" type="presParOf" srcId="{3A7D4403-20E7-7E4A-BFAD-60F9B9C0201B}" destId="{DDA82F28-9279-E34D-B2A3-823B41F537D5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F8774-ACFF-3F43-B3A3-8D75F1E7254D}">
      <dsp:nvSpPr>
        <dsp:cNvPr id="0" name=""/>
        <dsp:cNvSpPr/>
      </dsp:nvSpPr>
      <dsp:spPr>
        <a:xfrm>
          <a:off x="0" y="337113"/>
          <a:ext cx="8128000" cy="109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49936" rIns="63082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Descriptive Stats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Temporal Baselines and Seasonal Dynamics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TSA &amp; OTP throughput data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Implications for subset</a:t>
          </a:r>
        </a:p>
      </dsp:txBody>
      <dsp:txXfrm>
        <a:off x="0" y="337113"/>
        <a:ext cx="8128000" cy="1096200"/>
      </dsp:txXfrm>
    </dsp:sp>
    <dsp:sp modelId="{0812A244-AC32-5940-8D4C-E075C259C5E1}">
      <dsp:nvSpPr>
        <dsp:cNvPr id="0" name=""/>
        <dsp:cNvSpPr/>
      </dsp:nvSpPr>
      <dsp:spPr>
        <a:xfrm>
          <a:off x="406400" y="159993"/>
          <a:ext cx="568960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Initial Exploratory Data Analysis</a:t>
          </a:r>
        </a:p>
      </dsp:txBody>
      <dsp:txXfrm>
        <a:off x="423693" y="177286"/>
        <a:ext cx="5655014" cy="319654"/>
      </dsp:txXfrm>
    </dsp:sp>
    <dsp:sp modelId="{2F926869-AE1D-1D4E-B3AA-F7AA5F064CFA}">
      <dsp:nvSpPr>
        <dsp:cNvPr id="0" name=""/>
        <dsp:cNvSpPr/>
      </dsp:nvSpPr>
      <dsp:spPr>
        <a:xfrm>
          <a:off x="0" y="1675233"/>
          <a:ext cx="812800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49936" rIns="63082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4 phase filtering pipeline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Descriptive Stats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Implications</a:t>
          </a:r>
        </a:p>
      </dsp:txBody>
      <dsp:txXfrm>
        <a:off x="0" y="1675233"/>
        <a:ext cx="8128000" cy="907200"/>
      </dsp:txXfrm>
    </dsp:sp>
    <dsp:sp modelId="{F2C47E4A-6354-E347-B70A-7504CF22D0A1}">
      <dsp:nvSpPr>
        <dsp:cNvPr id="0" name=""/>
        <dsp:cNvSpPr/>
      </dsp:nvSpPr>
      <dsp:spPr>
        <a:xfrm>
          <a:off x="406400" y="1498113"/>
          <a:ext cx="568960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Filtering and Subset Selection</a:t>
          </a:r>
        </a:p>
      </dsp:txBody>
      <dsp:txXfrm>
        <a:off x="423693" y="1515406"/>
        <a:ext cx="5655014" cy="319654"/>
      </dsp:txXfrm>
    </dsp:sp>
    <dsp:sp modelId="{A148F7B5-F130-D646-B949-6E720C541A81}">
      <dsp:nvSpPr>
        <dsp:cNvPr id="0" name=""/>
        <dsp:cNvSpPr/>
      </dsp:nvSpPr>
      <dsp:spPr>
        <a:xfrm>
          <a:off x="0" y="2824353"/>
          <a:ext cx="8128000" cy="109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49936" rIns="63082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Feature engineering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Model Training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Model Testing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Implications</a:t>
          </a:r>
        </a:p>
      </dsp:txBody>
      <dsp:txXfrm>
        <a:off x="0" y="2824353"/>
        <a:ext cx="8128000" cy="1096200"/>
      </dsp:txXfrm>
    </dsp:sp>
    <dsp:sp modelId="{0FAE5DA0-1CA0-1442-BD16-A9AD3C98B364}">
      <dsp:nvSpPr>
        <dsp:cNvPr id="0" name=""/>
        <dsp:cNvSpPr/>
      </dsp:nvSpPr>
      <dsp:spPr>
        <a:xfrm>
          <a:off x="406400" y="2647233"/>
          <a:ext cx="568960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Model development and execution</a:t>
          </a:r>
        </a:p>
      </dsp:txBody>
      <dsp:txXfrm>
        <a:off x="423693" y="2664526"/>
        <a:ext cx="5655014" cy="319654"/>
      </dsp:txXfrm>
    </dsp:sp>
    <dsp:sp modelId="{BA19E6D5-D4F9-564C-8076-962EAB525B8B}">
      <dsp:nvSpPr>
        <dsp:cNvPr id="0" name=""/>
        <dsp:cNvSpPr/>
      </dsp:nvSpPr>
      <dsp:spPr>
        <a:xfrm>
          <a:off x="0" y="4162473"/>
          <a:ext cx="8128000" cy="109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49936" rIns="630823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Results from running models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General mode performance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Model performance in the context of thesis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Implications of model performance for predictive forecasting in aviation</a:t>
          </a:r>
        </a:p>
      </dsp:txBody>
      <dsp:txXfrm>
        <a:off x="0" y="4162473"/>
        <a:ext cx="8128000" cy="1096200"/>
      </dsp:txXfrm>
    </dsp:sp>
    <dsp:sp modelId="{4B8761EC-4F8B-1144-A487-DC8490A0EEED}">
      <dsp:nvSpPr>
        <dsp:cNvPr id="0" name=""/>
        <dsp:cNvSpPr/>
      </dsp:nvSpPr>
      <dsp:spPr>
        <a:xfrm>
          <a:off x="406400" y="3985353"/>
          <a:ext cx="568960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Model Evaluation and Results</a:t>
          </a:r>
        </a:p>
      </dsp:txBody>
      <dsp:txXfrm>
        <a:off x="423693" y="4002646"/>
        <a:ext cx="5655014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F8774-ACFF-3F43-B3A3-8D75F1E7254D}">
      <dsp:nvSpPr>
        <dsp:cNvPr id="0" name=""/>
        <dsp:cNvSpPr/>
      </dsp:nvSpPr>
      <dsp:spPr>
        <a:xfrm>
          <a:off x="0" y="344178"/>
          <a:ext cx="8128000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Descriptive Stats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Implications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Filter Selection</a:t>
          </a:r>
        </a:p>
      </dsp:txBody>
      <dsp:txXfrm>
        <a:off x="0" y="344178"/>
        <a:ext cx="8128000" cy="982800"/>
      </dsp:txXfrm>
    </dsp:sp>
    <dsp:sp modelId="{0812A244-AC32-5940-8D4C-E075C259C5E1}">
      <dsp:nvSpPr>
        <dsp:cNvPr id="0" name=""/>
        <dsp:cNvSpPr/>
      </dsp:nvSpPr>
      <dsp:spPr>
        <a:xfrm>
          <a:off x="406400" y="152298"/>
          <a:ext cx="56896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Full Data Set</a:t>
          </a:r>
        </a:p>
      </dsp:txBody>
      <dsp:txXfrm>
        <a:off x="425134" y="171032"/>
        <a:ext cx="5652132" cy="346292"/>
      </dsp:txXfrm>
    </dsp:sp>
    <dsp:sp modelId="{2F926869-AE1D-1D4E-B3AA-F7AA5F064CFA}">
      <dsp:nvSpPr>
        <dsp:cNvPr id="0" name=""/>
        <dsp:cNvSpPr/>
      </dsp:nvSpPr>
      <dsp:spPr>
        <a:xfrm>
          <a:off x="0" y="1589058"/>
          <a:ext cx="8128000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Criteria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Temporal Boundaries </a:t>
          </a:r>
          <a:r>
            <a:rPr lang="en-US" sz="1300" kern="1200">
              <a:highlight>
                <a:srgbClr val="FFFF00"/>
              </a:highlight>
            </a:rPr>
            <a:t>[where to put this?]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4 tier Process</a:t>
          </a:r>
        </a:p>
      </dsp:txBody>
      <dsp:txXfrm>
        <a:off x="0" y="1589058"/>
        <a:ext cx="8128000" cy="982800"/>
      </dsp:txXfrm>
    </dsp:sp>
    <dsp:sp modelId="{F2C47E4A-6354-E347-B70A-7504CF22D0A1}">
      <dsp:nvSpPr>
        <dsp:cNvPr id="0" name=""/>
        <dsp:cNvSpPr/>
      </dsp:nvSpPr>
      <dsp:spPr>
        <a:xfrm>
          <a:off x="406400" y="1397178"/>
          <a:ext cx="56896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Filtering Pipeline</a:t>
          </a:r>
        </a:p>
      </dsp:txBody>
      <dsp:txXfrm>
        <a:off x="425134" y="1415912"/>
        <a:ext cx="5652132" cy="346292"/>
      </dsp:txXfrm>
    </dsp:sp>
    <dsp:sp modelId="{A148F7B5-F130-D646-B949-6E720C541A81}">
      <dsp:nvSpPr>
        <dsp:cNvPr id="0" name=""/>
        <dsp:cNvSpPr/>
      </dsp:nvSpPr>
      <dsp:spPr>
        <a:xfrm>
          <a:off x="0" y="2833938"/>
          <a:ext cx="8128000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Descriptive Stats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Implications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Model Selection</a:t>
          </a:r>
        </a:p>
      </dsp:txBody>
      <dsp:txXfrm>
        <a:off x="0" y="2833938"/>
        <a:ext cx="8128000" cy="982800"/>
      </dsp:txXfrm>
    </dsp:sp>
    <dsp:sp modelId="{0FAE5DA0-1CA0-1442-BD16-A9AD3C98B364}">
      <dsp:nvSpPr>
        <dsp:cNvPr id="0" name=""/>
        <dsp:cNvSpPr/>
      </dsp:nvSpPr>
      <dsp:spPr>
        <a:xfrm>
          <a:off x="406400" y="2642058"/>
          <a:ext cx="56896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Sample Results</a:t>
          </a:r>
        </a:p>
      </dsp:txBody>
      <dsp:txXfrm>
        <a:off x="425134" y="2660792"/>
        <a:ext cx="5652132" cy="346292"/>
      </dsp:txXfrm>
    </dsp:sp>
    <dsp:sp modelId="{BA19E6D5-D4F9-564C-8076-962EAB525B8B}">
      <dsp:nvSpPr>
        <dsp:cNvPr id="0" name=""/>
        <dsp:cNvSpPr/>
      </dsp:nvSpPr>
      <dsp:spPr>
        <a:xfrm>
          <a:off x="0" y="4078818"/>
          <a:ext cx="8128000" cy="118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Training &amp; Feature Engineering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Performance Metrics for Each Measure (R, R &amp; G)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Evaluation </a:t>
          </a:r>
          <a:r>
            <a:rPr lang="en-US" sz="1300" kern="1200">
              <a:sym typeface="Wingdings" pitchFamily="2" charset="2"/>
            </a:rPr>
            <a:t> what does this performance suggest [In discussion or findings?]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/>
        </a:p>
      </dsp:txBody>
      <dsp:txXfrm>
        <a:off x="0" y="4078818"/>
        <a:ext cx="8128000" cy="1187550"/>
      </dsp:txXfrm>
    </dsp:sp>
    <dsp:sp modelId="{4B8761EC-4F8B-1144-A487-DC8490A0EEED}">
      <dsp:nvSpPr>
        <dsp:cNvPr id="0" name=""/>
        <dsp:cNvSpPr/>
      </dsp:nvSpPr>
      <dsp:spPr>
        <a:xfrm>
          <a:off x="406400" y="3886938"/>
          <a:ext cx="56896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Model Execution &amp; Performance</a:t>
          </a:r>
        </a:p>
      </dsp:txBody>
      <dsp:txXfrm>
        <a:off x="425134" y="3905672"/>
        <a:ext cx="5652132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D2B15-3CA7-8D4C-BED1-710F80448AF7}">
      <dsp:nvSpPr>
        <dsp:cNvPr id="0" name=""/>
        <dsp:cNvSpPr/>
      </dsp:nvSpPr>
      <dsp:spPr>
        <a:xfrm>
          <a:off x="3786530" y="673999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3116" y="716963"/>
        <a:ext cx="27566" cy="5513"/>
      </dsp:txXfrm>
    </dsp:sp>
    <dsp:sp modelId="{AFCF0855-528D-3C45-88C8-3BBD5D088701}">
      <dsp:nvSpPr>
        <dsp:cNvPr id="0" name=""/>
        <dsp:cNvSpPr/>
      </dsp:nvSpPr>
      <dsp:spPr>
        <a:xfrm>
          <a:off x="1391205" y="582"/>
          <a:ext cx="2397125" cy="1438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Master Dataset</a:t>
          </a:r>
        </a:p>
      </dsp:txBody>
      <dsp:txXfrm>
        <a:off x="1391205" y="582"/>
        <a:ext cx="2397125" cy="1438275"/>
      </dsp:txXfrm>
    </dsp:sp>
    <dsp:sp modelId="{9F466746-BE9F-FF4F-BD73-2F35EA5B940B}">
      <dsp:nvSpPr>
        <dsp:cNvPr id="0" name=""/>
        <dsp:cNvSpPr/>
      </dsp:nvSpPr>
      <dsp:spPr>
        <a:xfrm>
          <a:off x="2589768" y="1437057"/>
          <a:ext cx="2948463" cy="520738"/>
        </a:xfrm>
        <a:custGeom>
          <a:avLst/>
          <a:gdLst/>
          <a:ahLst/>
          <a:cxnLst/>
          <a:rect l="0" t="0" r="0" b="0"/>
          <a:pathLst>
            <a:path>
              <a:moveTo>
                <a:pt x="2948463" y="0"/>
              </a:moveTo>
              <a:lnTo>
                <a:pt x="2948463" y="277469"/>
              </a:lnTo>
              <a:lnTo>
                <a:pt x="0" y="277469"/>
              </a:lnTo>
              <a:lnTo>
                <a:pt x="0" y="5207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89010" y="1694669"/>
        <a:ext cx="149978" cy="5513"/>
      </dsp:txXfrm>
    </dsp:sp>
    <dsp:sp modelId="{209BDB7C-9E2B-474C-8F02-3BD69754E2C6}">
      <dsp:nvSpPr>
        <dsp:cNvPr id="0" name=""/>
        <dsp:cNvSpPr/>
      </dsp:nvSpPr>
      <dsp:spPr>
        <a:xfrm>
          <a:off x="4339669" y="582"/>
          <a:ext cx="2397125" cy="1438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Implications for Sample Selection</a:t>
          </a:r>
        </a:p>
      </dsp:txBody>
      <dsp:txXfrm>
        <a:off x="4339669" y="582"/>
        <a:ext cx="2397125" cy="1438275"/>
      </dsp:txXfrm>
    </dsp:sp>
    <dsp:sp modelId="{DA4DBC4E-C82C-2E40-85CC-BA45FFD2FE4E}">
      <dsp:nvSpPr>
        <dsp:cNvPr id="0" name=""/>
        <dsp:cNvSpPr/>
      </dsp:nvSpPr>
      <dsp:spPr>
        <a:xfrm>
          <a:off x="3786530" y="2663613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3116" y="2706576"/>
        <a:ext cx="27566" cy="5513"/>
      </dsp:txXfrm>
    </dsp:sp>
    <dsp:sp modelId="{3F548854-2038-2349-B2B6-959B460B01F8}">
      <dsp:nvSpPr>
        <dsp:cNvPr id="0" name=""/>
        <dsp:cNvSpPr/>
      </dsp:nvSpPr>
      <dsp:spPr>
        <a:xfrm>
          <a:off x="1391205" y="1990196"/>
          <a:ext cx="2397125" cy="1438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Sample Findings</a:t>
          </a:r>
        </a:p>
      </dsp:txBody>
      <dsp:txXfrm>
        <a:off x="1391205" y="1990196"/>
        <a:ext cx="2397125" cy="1438275"/>
      </dsp:txXfrm>
    </dsp:sp>
    <dsp:sp modelId="{E7DE2D41-C11C-2E4B-B9BB-E4133A24A7EE}">
      <dsp:nvSpPr>
        <dsp:cNvPr id="0" name=""/>
        <dsp:cNvSpPr/>
      </dsp:nvSpPr>
      <dsp:spPr>
        <a:xfrm>
          <a:off x="2589768" y="3426671"/>
          <a:ext cx="2948463" cy="520738"/>
        </a:xfrm>
        <a:custGeom>
          <a:avLst/>
          <a:gdLst/>
          <a:ahLst/>
          <a:cxnLst/>
          <a:rect l="0" t="0" r="0" b="0"/>
          <a:pathLst>
            <a:path>
              <a:moveTo>
                <a:pt x="2948463" y="0"/>
              </a:moveTo>
              <a:lnTo>
                <a:pt x="2948463" y="277469"/>
              </a:lnTo>
              <a:lnTo>
                <a:pt x="0" y="277469"/>
              </a:lnTo>
              <a:lnTo>
                <a:pt x="0" y="5207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89010" y="3684283"/>
        <a:ext cx="149978" cy="5513"/>
      </dsp:txXfrm>
    </dsp:sp>
    <dsp:sp modelId="{81717E58-F2D9-D84E-AAE4-4907D37C4DEA}">
      <dsp:nvSpPr>
        <dsp:cNvPr id="0" name=""/>
        <dsp:cNvSpPr/>
      </dsp:nvSpPr>
      <dsp:spPr>
        <a:xfrm>
          <a:off x="4339669" y="1990196"/>
          <a:ext cx="2397125" cy="1438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Implications for Model Selection</a:t>
          </a:r>
        </a:p>
      </dsp:txBody>
      <dsp:txXfrm>
        <a:off x="4339669" y="1990196"/>
        <a:ext cx="2397125" cy="1438275"/>
      </dsp:txXfrm>
    </dsp:sp>
    <dsp:sp modelId="{E8C0F930-26BB-F342-8CF1-B14640ADFEF3}">
      <dsp:nvSpPr>
        <dsp:cNvPr id="0" name=""/>
        <dsp:cNvSpPr/>
      </dsp:nvSpPr>
      <dsp:spPr>
        <a:xfrm>
          <a:off x="3786530" y="4653227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3116" y="4696190"/>
        <a:ext cx="27566" cy="5513"/>
      </dsp:txXfrm>
    </dsp:sp>
    <dsp:sp modelId="{3A2F1555-4622-B54A-86D2-8BA04F67C1A4}">
      <dsp:nvSpPr>
        <dsp:cNvPr id="0" name=""/>
        <dsp:cNvSpPr/>
      </dsp:nvSpPr>
      <dsp:spPr>
        <a:xfrm>
          <a:off x="1391205" y="3979809"/>
          <a:ext cx="2397125" cy="1438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Model Findings</a:t>
          </a:r>
        </a:p>
      </dsp:txBody>
      <dsp:txXfrm>
        <a:off x="1391205" y="3979809"/>
        <a:ext cx="2397125" cy="1438275"/>
      </dsp:txXfrm>
    </dsp:sp>
    <dsp:sp modelId="{DDA82F28-9279-E34D-B2A3-823B41F537D5}">
      <dsp:nvSpPr>
        <dsp:cNvPr id="0" name=""/>
        <dsp:cNvSpPr/>
      </dsp:nvSpPr>
      <dsp:spPr>
        <a:xfrm>
          <a:off x="4339669" y="3979809"/>
          <a:ext cx="2397125" cy="1438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Interpretation of Model Performance</a:t>
          </a:r>
        </a:p>
      </dsp:txBody>
      <dsp:txXfrm>
        <a:off x="4339669" y="3979809"/>
        <a:ext cx="2397125" cy="1438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A1C42-49F7-F64A-993A-675E47E79CD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20DF7-7920-3A46-BCAC-AE3BBED1E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3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A2537-3EE0-4E98-9EF3-DEFAB0CB953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721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20DF7-7920-3A46-BCAC-AE3BBED1E7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6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1D15-09F7-E59F-FB47-84954F6E9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B147F-28CA-75DD-80F7-5464AA04F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99957-D52B-F6EE-475B-EAC70B9B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3F204-3DF2-807B-97F2-BF4F063E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8579-A5CA-17C9-B6AB-00FB62B4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3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86EA-CE42-7219-5CDF-52BB54A3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5E13-69AE-B114-0E3C-5C2525580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F32E5-1CB1-CA1B-4AC1-97011BFE2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6ACBD-5C6F-7532-AF1F-BCE9D5C5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2F9FB-8FB5-F2B2-1497-F4C4F7F3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B813-01CF-67C5-4404-8F465DDA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B54A7-750F-6A61-78ED-176630F5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F8545-4DA6-394E-B743-0E9B7C30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22DF-CAE6-FD09-AECE-C9791B1B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C4B7F-7E79-DC99-814B-4BCBDAE3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5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D46B-86DC-8E1F-77B1-92281B53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F21C3-7739-98A6-EA54-4B89AA677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37D0E-428C-1315-B971-C0BD67CEF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166CD-84CE-80C4-D265-136D0A00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09155-B26A-F1CD-28F1-4DFBBD6B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EA187-2D5E-E8EE-E9BA-5261D98F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6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7FCF-5F10-D376-46F7-DA591170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A2DE0-406F-867A-BFC4-FC2721D55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77336-A9AD-E6A6-A00E-7C0F5498A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057A3-77EA-7D19-AD4D-01B1E511B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6BE4C-4735-E310-9962-DC0740386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23A01-C6C8-CB8F-3BE3-5C9AA3AF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45600-3A5A-A48B-BBC3-844C159D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1AD31-91CA-684B-5640-DF1D5455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2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0D1BC-471C-855C-F3C8-11FABBF2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E8BB8-79FD-855F-A185-60D05AA6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9C79B-BA9F-3359-6F1C-07EB663F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8836E-A687-D451-8101-5E71C205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7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319DB-7B4A-6C9A-4D0A-B5702870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629E8-08D3-8236-F720-1BE65792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595D7-8348-661B-0012-3D56CDF3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3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0AAB-9A08-1B57-2B57-2CD6462C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A205-7297-AB64-31FC-703D08F10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B815C-8D20-AAF2-E300-717EC8A23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60DD-B4BC-8C4B-09C3-ECD1EA73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B14D9-DFB4-3852-E205-C00BF560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7B4C5-05BE-535A-62EA-C0DFB4A7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5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C648-B19F-9001-6F0D-666137FA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11A68-23AA-9E48-446F-74C2E06275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343EA-B682-25CA-9E0F-2C55F2AD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F3C88-8EFB-4DD3-D79D-A8D61C98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B8938-27BC-778D-3D7B-B1CDA25E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8C250-63A5-1E9F-ED73-1DCD6B4A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2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9DDC-1DB0-8063-E67A-4730E6D6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68B4A-4B0B-22C1-03F6-5D0815280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5FBE0-3C60-8106-FB32-375C1C91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455CA-D70E-58E8-D13F-520BA323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467FA-1F6E-87D8-A041-55805376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3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38DB1-D773-A123-966E-11D1F1999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152D5-36E9-BEE1-AB23-C987D7A28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1BC49-6D44-B4C7-A8AC-4D4C3CB3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2D6C3-CDB6-DDF1-6F2A-3B777B1E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56A19-19AF-1547-5E73-49471F52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1971-E320-456C-8B67-8B88B9AF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665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3600" b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718D-73D9-4361-9254-1A8D6C5B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D377D-5F9A-42F4-9A90-25B0CAD0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DE87-D0BB-4AB2-935A-2164B63B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0004" y="6356350"/>
            <a:ext cx="1023796" cy="365125"/>
          </a:xfrm>
        </p:spPr>
        <p:txBody>
          <a:bodyPr/>
          <a:lstStyle/>
          <a:p>
            <a:fld id="{0D66F9FF-6AF2-484B-8F9F-115FCAB9FADE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52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C1709-2677-60BC-5EF1-505BA7E2A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A92CA-C507-4152-5278-CEB066114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B631-6507-F0E8-60BB-69F0E8124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DFF8A-B19D-2D4B-B20A-082857FA188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25F-68F0-234B-013F-3AE76724D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9629F-C6C1-7BD7-C45F-B669F1E69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C17E8-170B-9C45-AEAF-FBEBFB17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9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C23CB-F0BF-4C11-27C4-20A71EEA0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Results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0C729-693C-E15E-AC74-9D0FEAA38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9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D284EDA-01A0-FF3F-882A-BD8A7C5DF1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33957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312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825C-B2B5-924E-2D2E-612764AE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7E27A41-EE53-03DF-B845-24F82DCBB355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58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27DC-FF9C-4F86-AC05-EE35CDAB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Four-Tiered Purpose Filtering Pipeline</a:t>
            </a:r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FC8BE52-233C-416B-B7BB-309D9E70A37D}"/>
              </a:ext>
            </a:extLst>
          </p:cNvPr>
          <p:cNvCxnSpPr>
            <a:cxnSpLocks/>
          </p:cNvCxnSpPr>
          <p:nvPr/>
        </p:nvCxnSpPr>
        <p:spPr>
          <a:xfrm flipH="1">
            <a:off x="1019176" y="2709308"/>
            <a:ext cx="4163341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ACE5278-B2D2-4CE0-8864-E2E23F6D20BA}"/>
              </a:ext>
            </a:extLst>
          </p:cNvPr>
          <p:cNvCxnSpPr>
            <a:cxnSpLocks/>
          </p:cNvCxnSpPr>
          <p:nvPr/>
        </p:nvCxnSpPr>
        <p:spPr>
          <a:xfrm flipH="1">
            <a:off x="963462" y="3899856"/>
            <a:ext cx="4511684" cy="0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2C1E206-3593-4089-A992-5CA7C515BC5C}"/>
              </a:ext>
            </a:extLst>
          </p:cNvPr>
          <p:cNvCxnSpPr>
            <a:cxnSpLocks/>
          </p:cNvCxnSpPr>
          <p:nvPr/>
        </p:nvCxnSpPr>
        <p:spPr>
          <a:xfrm flipH="1">
            <a:off x="1019177" y="5030515"/>
            <a:ext cx="4956183" cy="0"/>
          </a:xfrm>
          <a:prstGeom prst="line">
            <a:avLst/>
          </a:prstGeom>
          <a:ln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0B38F43-FE49-4C45-84CB-1D5B73401B7E}"/>
              </a:ext>
            </a:extLst>
          </p:cNvPr>
          <p:cNvCxnSpPr>
            <a:cxnSpLocks/>
          </p:cNvCxnSpPr>
          <p:nvPr/>
        </p:nvCxnSpPr>
        <p:spPr>
          <a:xfrm flipH="1">
            <a:off x="968823" y="6213215"/>
            <a:ext cx="5328000" cy="0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F7BB6E4-C8C0-445C-984B-D9812BCAB64C}"/>
              </a:ext>
            </a:extLst>
          </p:cNvPr>
          <p:cNvGrpSpPr/>
          <p:nvPr/>
        </p:nvGrpSpPr>
        <p:grpSpPr>
          <a:xfrm>
            <a:off x="4684734" y="1617257"/>
            <a:ext cx="7213009" cy="4604387"/>
            <a:chOff x="5010160" y="2530955"/>
            <a:chExt cx="6193313" cy="3770371"/>
          </a:xfr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0E5DFB21-D881-4430-8750-9205101AF60E}"/>
                </a:ext>
              </a:extLst>
            </p:cNvPr>
            <p:cNvSpPr/>
            <p:nvPr/>
          </p:nvSpPr>
          <p:spPr>
            <a:xfrm>
              <a:off x="6546860" y="5524869"/>
              <a:ext cx="4080179" cy="675624"/>
            </a:xfrm>
            <a:prstGeom prst="rightArrow">
              <a:avLst>
                <a:gd name="adj1" fmla="val 79802"/>
                <a:gd name="adj2" fmla="val 895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9B5221C-0C26-439D-A0C7-3F6AB3EC4634}"/>
                </a:ext>
              </a:extLst>
            </p:cNvPr>
            <p:cNvSpPr/>
            <p:nvPr/>
          </p:nvSpPr>
          <p:spPr>
            <a:xfrm>
              <a:off x="10297694" y="5395547"/>
              <a:ext cx="905779" cy="905779"/>
            </a:xfrm>
            <a:prstGeom prst="ellipse">
              <a:avLst/>
            </a:prstGeom>
            <a:grpFill/>
            <a:ln>
              <a:noFill/>
            </a:ln>
            <a:effectLst>
              <a:outerShdw blurRad="622300" dist="292100" dir="10800000" algn="r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+mj-lt"/>
                </a:rPr>
                <a:t>9 CKPT</a:t>
              </a: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239F458C-28E0-4BD3-B6EE-038E7FB1891B}"/>
                </a:ext>
              </a:extLst>
            </p:cNvPr>
            <p:cNvSpPr/>
            <p:nvPr/>
          </p:nvSpPr>
          <p:spPr>
            <a:xfrm>
              <a:off x="6653540" y="4584251"/>
              <a:ext cx="3973499" cy="675624"/>
            </a:xfrm>
            <a:prstGeom prst="rightArrow">
              <a:avLst>
                <a:gd name="adj1" fmla="val 79802"/>
                <a:gd name="adj2" fmla="val 895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416A93E-6A68-4B0C-8F8A-CFE9AB66438B}"/>
                </a:ext>
              </a:extLst>
            </p:cNvPr>
            <p:cNvSpPr/>
            <p:nvPr/>
          </p:nvSpPr>
          <p:spPr>
            <a:xfrm>
              <a:off x="10297694" y="4454929"/>
              <a:ext cx="905779" cy="905779"/>
            </a:xfrm>
            <a:prstGeom prst="ellipse">
              <a:avLst/>
            </a:prstGeom>
            <a:grpFill/>
            <a:ln>
              <a:noFill/>
            </a:ln>
            <a:effectLst>
              <a:outerShdw blurRad="622300" dist="292100" dir="10800000" algn="r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+mj-lt"/>
                </a:rPr>
                <a:t>9 AP</a:t>
              </a:r>
            </a:p>
          </p:txBody>
        </p: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94B99282-E6D7-4AC9-BE0D-AD414D1E67CF}"/>
                </a:ext>
              </a:extLst>
            </p:cNvPr>
            <p:cNvSpPr/>
            <p:nvPr/>
          </p:nvSpPr>
          <p:spPr>
            <a:xfrm>
              <a:off x="6991360" y="3649983"/>
              <a:ext cx="3635679" cy="675624"/>
            </a:xfrm>
            <a:prstGeom prst="rightArrow">
              <a:avLst>
                <a:gd name="adj1" fmla="val 79802"/>
                <a:gd name="adj2" fmla="val 895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A0A6AC0-2167-48D2-B135-BEF427A54870}"/>
                </a:ext>
              </a:extLst>
            </p:cNvPr>
            <p:cNvSpPr/>
            <p:nvPr/>
          </p:nvSpPr>
          <p:spPr>
            <a:xfrm>
              <a:off x="10297694" y="3520661"/>
              <a:ext cx="905779" cy="905779"/>
            </a:xfrm>
            <a:prstGeom prst="ellipse">
              <a:avLst/>
            </a:prstGeom>
            <a:grpFill/>
            <a:ln>
              <a:noFill/>
            </a:ln>
            <a:effectLst>
              <a:outerShdw blurRad="622300" dist="292100" dir="10800000" algn="r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+mj-lt"/>
                </a:rPr>
                <a:t>AA, DL, UA</a:t>
              </a: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18FB2956-D143-45E4-8545-F0A755BFD898}"/>
                </a:ext>
              </a:extLst>
            </p:cNvPr>
            <p:cNvSpPr/>
            <p:nvPr/>
          </p:nvSpPr>
          <p:spPr>
            <a:xfrm>
              <a:off x="7512062" y="2684787"/>
              <a:ext cx="3114978" cy="675624"/>
            </a:xfrm>
            <a:prstGeom prst="rightArrow">
              <a:avLst>
                <a:gd name="adj1" fmla="val 79802"/>
                <a:gd name="adj2" fmla="val 895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A0AAD8-4E19-4AE9-A5F9-01F39C687682}"/>
                </a:ext>
              </a:extLst>
            </p:cNvPr>
            <p:cNvSpPr/>
            <p:nvPr/>
          </p:nvSpPr>
          <p:spPr>
            <a:xfrm>
              <a:off x="10297694" y="2555465"/>
              <a:ext cx="905779" cy="905779"/>
            </a:xfrm>
            <a:prstGeom prst="ellipse">
              <a:avLst/>
            </a:prstGeom>
            <a:grpFill/>
            <a:ln>
              <a:noFill/>
            </a:ln>
            <a:effectLst>
              <a:outerShdw blurRad="622300" dist="292100" dir="10800000" algn="r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+mj-lt"/>
                </a:rPr>
                <a:t>Top 25 AP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09D90D0-D455-403E-B3F2-425EA0E3337F}"/>
                </a:ext>
              </a:extLst>
            </p:cNvPr>
            <p:cNvGrpSpPr/>
            <p:nvPr/>
          </p:nvGrpSpPr>
          <p:grpSpPr>
            <a:xfrm>
              <a:off x="5010160" y="2530955"/>
              <a:ext cx="3074988" cy="3623606"/>
              <a:chOff x="4559300" y="2754790"/>
              <a:chExt cx="3074988" cy="3623606"/>
            </a:xfrm>
            <a:grpFill/>
            <a:effectLst>
              <a:outerShdw blurRad="1270000" dist="215900" sx="103000" sy="103000" algn="l" rotWithShape="0">
                <a:prstClr val="black">
                  <a:alpha val="36000"/>
                </a:prstClr>
              </a:outerShdw>
            </a:effectLst>
          </p:grpSpPr>
          <p:sp>
            <p:nvSpPr>
              <p:cNvPr id="59" name="Freeform 5">
                <a:extLst>
                  <a:ext uri="{FF2B5EF4-FFF2-40B4-BE49-F238E27FC236}">
                    <a16:creationId xmlns:a16="http://schemas.microsoft.com/office/drawing/2014/main" id="{CF7AAE3C-A2EC-44FB-8C71-55F1BC617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3714116"/>
                <a:ext cx="2276475" cy="819150"/>
              </a:xfrm>
              <a:custGeom>
                <a:avLst/>
                <a:gdLst>
                  <a:gd name="T0" fmla="*/ 8518 w 8606"/>
                  <a:gd name="T1" fmla="*/ 254 h 3097"/>
                  <a:gd name="T2" fmla="*/ 8298 w 8606"/>
                  <a:gd name="T3" fmla="*/ 200 h 3097"/>
                  <a:gd name="T4" fmla="*/ 8055 w 8606"/>
                  <a:gd name="T5" fmla="*/ 163 h 3097"/>
                  <a:gd name="T6" fmla="*/ 7705 w 8606"/>
                  <a:gd name="T7" fmla="*/ 124 h 3097"/>
                  <a:gd name="T8" fmla="*/ 7400 w 8606"/>
                  <a:gd name="T9" fmla="*/ 97 h 3097"/>
                  <a:gd name="T10" fmla="*/ 7078 w 8606"/>
                  <a:gd name="T11" fmla="*/ 75 h 3097"/>
                  <a:gd name="T12" fmla="*/ 6816 w 8606"/>
                  <a:gd name="T13" fmla="*/ 60 h 3097"/>
                  <a:gd name="T14" fmla="*/ 6319 w 8606"/>
                  <a:gd name="T15" fmla="*/ 37 h 3097"/>
                  <a:gd name="T16" fmla="*/ 5818 w 8606"/>
                  <a:gd name="T17" fmla="*/ 20 h 3097"/>
                  <a:gd name="T18" fmla="*/ 5359 w 8606"/>
                  <a:gd name="T19" fmla="*/ 9 h 3097"/>
                  <a:gd name="T20" fmla="*/ 5056 w 8606"/>
                  <a:gd name="T21" fmla="*/ 4 h 3097"/>
                  <a:gd name="T22" fmla="*/ 4814 w 8606"/>
                  <a:gd name="T23" fmla="*/ 2 h 3097"/>
                  <a:gd name="T24" fmla="*/ 4476 w 8606"/>
                  <a:gd name="T25" fmla="*/ 0 h 3097"/>
                  <a:gd name="T26" fmla="*/ 4106 w 8606"/>
                  <a:gd name="T27" fmla="*/ 0 h 3097"/>
                  <a:gd name="T28" fmla="*/ 3828 w 8606"/>
                  <a:gd name="T29" fmla="*/ 2 h 3097"/>
                  <a:gd name="T30" fmla="*/ 3408 w 8606"/>
                  <a:gd name="T31" fmla="*/ 6 h 3097"/>
                  <a:gd name="T32" fmla="*/ 2947 w 8606"/>
                  <a:gd name="T33" fmla="*/ 15 h 3097"/>
                  <a:gd name="T34" fmla="*/ 2682 w 8606"/>
                  <a:gd name="T35" fmla="*/ 23 h 3097"/>
                  <a:gd name="T36" fmla="*/ 2391 w 8606"/>
                  <a:gd name="T37" fmla="*/ 33 h 3097"/>
                  <a:gd name="T38" fmla="*/ 2047 w 8606"/>
                  <a:gd name="T39" fmla="*/ 47 h 3097"/>
                  <a:gd name="T40" fmla="*/ 1724 w 8606"/>
                  <a:gd name="T41" fmla="*/ 64 h 3097"/>
                  <a:gd name="T42" fmla="*/ 1295 w 8606"/>
                  <a:gd name="T43" fmla="*/ 91 h 3097"/>
                  <a:gd name="T44" fmla="*/ 937 w 8606"/>
                  <a:gd name="T45" fmla="*/ 120 h 3097"/>
                  <a:gd name="T46" fmla="*/ 686 w 8606"/>
                  <a:gd name="T47" fmla="*/ 146 h 3097"/>
                  <a:gd name="T48" fmla="*/ 456 w 8606"/>
                  <a:gd name="T49" fmla="*/ 176 h 3097"/>
                  <a:gd name="T50" fmla="*/ 277 w 8606"/>
                  <a:gd name="T51" fmla="*/ 206 h 3097"/>
                  <a:gd name="T52" fmla="*/ 122 w 8606"/>
                  <a:gd name="T53" fmla="*/ 243 h 3097"/>
                  <a:gd name="T54" fmla="*/ 23 w 8606"/>
                  <a:gd name="T55" fmla="*/ 285 h 3097"/>
                  <a:gd name="T56" fmla="*/ 340 w 8606"/>
                  <a:gd name="T57" fmla="*/ 970 h 3097"/>
                  <a:gd name="T58" fmla="*/ 1362 w 8606"/>
                  <a:gd name="T59" fmla="*/ 2898 h 3097"/>
                  <a:gd name="T60" fmla="*/ 1412 w 8606"/>
                  <a:gd name="T61" fmla="*/ 2924 h 3097"/>
                  <a:gd name="T62" fmla="*/ 1476 w 8606"/>
                  <a:gd name="T63" fmla="*/ 2942 h 3097"/>
                  <a:gd name="T64" fmla="*/ 1585 w 8606"/>
                  <a:gd name="T65" fmla="*/ 2964 h 3097"/>
                  <a:gd name="T66" fmla="*/ 1724 w 8606"/>
                  <a:gd name="T67" fmla="*/ 2984 h 3097"/>
                  <a:gd name="T68" fmla="*/ 1912 w 8606"/>
                  <a:gd name="T69" fmla="*/ 3007 h 3097"/>
                  <a:gd name="T70" fmla="*/ 2107 w 8606"/>
                  <a:gd name="T71" fmla="*/ 3024 h 3097"/>
                  <a:gd name="T72" fmla="*/ 2284 w 8606"/>
                  <a:gd name="T73" fmla="*/ 3038 h 3097"/>
                  <a:gd name="T74" fmla="*/ 2465 w 8606"/>
                  <a:gd name="T75" fmla="*/ 3049 h 3097"/>
                  <a:gd name="T76" fmla="*/ 2722 w 8606"/>
                  <a:gd name="T77" fmla="*/ 3063 h 3097"/>
                  <a:gd name="T78" fmla="*/ 2905 w 8606"/>
                  <a:gd name="T79" fmla="*/ 3071 h 3097"/>
                  <a:gd name="T80" fmla="*/ 3093 w 8606"/>
                  <a:gd name="T81" fmla="*/ 3078 h 3097"/>
                  <a:gd name="T82" fmla="*/ 3321 w 8606"/>
                  <a:gd name="T83" fmla="*/ 3084 h 3097"/>
                  <a:gd name="T84" fmla="*/ 3567 w 8606"/>
                  <a:gd name="T85" fmla="*/ 3090 h 3097"/>
                  <a:gd name="T86" fmla="*/ 3850 w 8606"/>
                  <a:gd name="T87" fmla="*/ 3095 h 3097"/>
                  <a:gd name="T88" fmla="*/ 4101 w 8606"/>
                  <a:gd name="T89" fmla="*/ 3097 h 3097"/>
                  <a:gd name="T90" fmla="*/ 4428 w 8606"/>
                  <a:gd name="T91" fmla="*/ 3097 h 3097"/>
                  <a:gd name="T92" fmla="*/ 4726 w 8606"/>
                  <a:gd name="T93" fmla="*/ 3095 h 3097"/>
                  <a:gd name="T94" fmla="*/ 4988 w 8606"/>
                  <a:gd name="T95" fmla="*/ 3091 h 3097"/>
                  <a:gd name="T96" fmla="*/ 5222 w 8606"/>
                  <a:gd name="T97" fmla="*/ 3086 h 3097"/>
                  <a:gd name="T98" fmla="*/ 5491 w 8606"/>
                  <a:gd name="T99" fmla="*/ 3078 h 3097"/>
                  <a:gd name="T100" fmla="*/ 5746 w 8606"/>
                  <a:gd name="T101" fmla="*/ 3069 h 3097"/>
                  <a:gd name="T102" fmla="*/ 6003 w 8606"/>
                  <a:gd name="T103" fmla="*/ 3057 h 3097"/>
                  <a:gd name="T104" fmla="*/ 6226 w 8606"/>
                  <a:gd name="T105" fmla="*/ 3044 h 3097"/>
                  <a:gd name="T106" fmla="*/ 6397 w 8606"/>
                  <a:gd name="T107" fmla="*/ 3033 h 3097"/>
                  <a:gd name="T108" fmla="*/ 6587 w 8606"/>
                  <a:gd name="T109" fmla="*/ 3017 h 3097"/>
                  <a:gd name="T110" fmla="*/ 6756 w 8606"/>
                  <a:gd name="T111" fmla="*/ 3000 h 3097"/>
                  <a:gd name="T112" fmla="*/ 6914 w 8606"/>
                  <a:gd name="T113" fmla="*/ 2980 h 3097"/>
                  <a:gd name="T114" fmla="*/ 7036 w 8606"/>
                  <a:gd name="T115" fmla="*/ 2961 h 3097"/>
                  <a:gd name="T116" fmla="*/ 7128 w 8606"/>
                  <a:gd name="T117" fmla="*/ 2942 h 3097"/>
                  <a:gd name="T118" fmla="*/ 7203 w 8606"/>
                  <a:gd name="T119" fmla="*/ 2919 h 3097"/>
                  <a:gd name="T120" fmla="*/ 7246 w 8606"/>
                  <a:gd name="T121" fmla="*/ 2897 h 3097"/>
                  <a:gd name="T122" fmla="*/ 8378 w 8606"/>
                  <a:gd name="T123" fmla="*/ 758 h 3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606" h="3097">
                    <a:moveTo>
                      <a:pt x="8606" y="315"/>
                    </a:moveTo>
                    <a:lnTo>
                      <a:pt x="8606" y="313"/>
                    </a:lnTo>
                    <a:lnTo>
                      <a:pt x="8605" y="312"/>
                    </a:lnTo>
                    <a:lnTo>
                      <a:pt x="8604" y="309"/>
                    </a:lnTo>
                    <a:lnTo>
                      <a:pt x="8603" y="305"/>
                    </a:lnTo>
                    <a:lnTo>
                      <a:pt x="8602" y="304"/>
                    </a:lnTo>
                    <a:lnTo>
                      <a:pt x="8601" y="302"/>
                    </a:lnTo>
                    <a:lnTo>
                      <a:pt x="8598" y="299"/>
                    </a:lnTo>
                    <a:lnTo>
                      <a:pt x="8594" y="296"/>
                    </a:lnTo>
                    <a:lnTo>
                      <a:pt x="8593" y="295"/>
                    </a:lnTo>
                    <a:lnTo>
                      <a:pt x="8592" y="293"/>
                    </a:lnTo>
                    <a:lnTo>
                      <a:pt x="8586" y="288"/>
                    </a:lnTo>
                    <a:lnTo>
                      <a:pt x="8580" y="283"/>
                    </a:lnTo>
                    <a:lnTo>
                      <a:pt x="8579" y="283"/>
                    </a:lnTo>
                    <a:lnTo>
                      <a:pt x="8578" y="282"/>
                    </a:lnTo>
                    <a:lnTo>
                      <a:pt x="8572" y="278"/>
                    </a:lnTo>
                    <a:lnTo>
                      <a:pt x="8565" y="274"/>
                    </a:lnTo>
                    <a:lnTo>
                      <a:pt x="8561" y="273"/>
                    </a:lnTo>
                    <a:lnTo>
                      <a:pt x="8558" y="271"/>
                    </a:lnTo>
                    <a:lnTo>
                      <a:pt x="8552" y="268"/>
                    </a:lnTo>
                    <a:lnTo>
                      <a:pt x="8546" y="265"/>
                    </a:lnTo>
                    <a:lnTo>
                      <a:pt x="8542" y="264"/>
                    </a:lnTo>
                    <a:lnTo>
                      <a:pt x="8538" y="262"/>
                    </a:lnTo>
                    <a:lnTo>
                      <a:pt x="8531" y="259"/>
                    </a:lnTo>
                    <a:lnTo>
                      <a:pt x="8522" y="255"/>
                    </a:lnTo>
                    <a:lnTo>
                      <a:pt x="8518" y="254"/>
                    </a:lnTo>
                    <a:lnTo>
                      <a:pt x="8514" y="253"/>
                    </a:lnTo>
                    <a:lnTo>
                      <a:pt x="8502" y="248"/>
                    </a:lnTo>
                    <a:lnTo>
                      <a:pt x="8488" y="244"/>
                    </a:lnTo>
                    <a:lnTo>
                      <a:pt x="8485" y="243"/>
                    </a:lnTo>
                    <a:lnTo>
                      <a:pt x="8482" y="242"/>
                    </a:lnTo>
                    <a:lnTo>
                      <a:pt x="8470" y="239"/>
                    </a:lnTo>
                    <a:lnTo>
                      <a:pt x="8457" y="236"/>
                    </a:lnTo>
                    <a:lnTo>
                      <a:pt x="8452" y="234"/>
                    </a:lnTo>
                    <a:lnTo>
                      <a:pt x="8446" y="233"/>
                    </a:lnTo>
                    <a:lnTo>
                      <a:pt x="8435" y="230"/>
                    </a:lnTo>
                    <a:lnTo>
                      <a:pt x="8423" y="227"/>
                    </a:lnTo>
                    <a:lnTo>
                      <a:pt x="8417" y="225"/>
                    </a:lnTo>
                    <a:lnTo>
                      <a:pt x="8411" y="224"/>
                    </a:lnTo>
                    <a:lnTo>
                      <a:pt x="8398" y="220"/>
                    </a:lnTo>
                    <a:lnTo>
                      <a:pt x="8384" y="217"/>
                    </a:lnTo>
                    <a:lnTo>
                      <a:pt x="8379" y="216"/>
                    </a:lnTo>
                    <a:lnTo>
                      <a:pt x="8373" y="215"/>
                    </a:lnTo>
                    <a:lnTo>
                      <a:pt x="8364" y="213"/>
                    </a:lnTo>
                    <a:lnTo>
                      <a:pt x="8353" y="211"/>
                    </a:lnTo>
                    <a:lnTo>
                      <a:pt x="8343" y="209"/>
                    </a:lnTo>
                    <a:lnTo>
                      <a:pt x="8333" y="207"/>
                    </a:lnTo>
                    <a:lnTo>
                      <a:pt x="8328" y="206"/>
                    </a:lnTo>
                    <a:lnTo>
                      <a:pt x="8322" y="205"/>
                    </a:lnTo>
                    <a:lnTo>
                      <a:pt x="8314" y="203"/>
                    </a:lnTo>
                    <a:lnTo>
                      <a:pt x="8306" y="202"/>
                    </a:lnTo>
                    <a:lnTo>
                      <a:pt x="8298" y="200"/>
                    </a:lnTo>
                    <a:lnTo>
                      <a:pt x="8288" y="199"/>
                    </a:lnTo>
                    <a:lnTo>
                      <a:pt x="8280" y="197"/>
                    </a:lnTo>
                    <a:lnTo>
                      <a:pt x="8272" y="196"/>
                    </a:lnTo>
                    <a:lnTo>
                      <a:pt x="8265" y="194"/>
                    </a:lnTo>
                    <a:lnTo>
                      <a:pt x="8256" y="193"/>
                    </a:lnTo>
                    <a:lnTo>
                      <a:pt x="8248" y="192"/>
                    </a:lnTo>
                    <a:lnTo>
                      <a:pt x="8241" y="190"/>
                    </a:lnTo>
                    <a:lnTo>
                      <a:pt x="8232" y="189"/>
                    </a:lnTo>
                    <a:lnTo>
                      <a:pt x="8223" y="188"/>
                    </a:lnTo>
                    <a:lnTo>
                      <a:pt x="8214" y="185"/>
                    </a:lnTo>
                    <a:lnTo>
                      <a:pt x="8205" y="184"/>
                    </a:lnTo>
                    <a:lnTo>
                      <a:pt x="8195" y="182"/>
                    </a:lnTo>
                    <a:lnTo>
                      <a:pt x="8185" y="181"/>
                    </a:lnTo>
                    <a:lnTo>
                      <a:pt x="8179" y="180"/>
                    </a:lnTo>
                    <a:lnTo>
                      <a:pt x="8172" y="179"/>
                    </a:lnTo>
                    <a:lnTo>
                      <a:pt x="8158" y="177"/>
                    </a:lnTo>
                    <a:lnTo>
                      <a:pt x="8146" y="175"/>
                    </a:lnTo>
                    <a:lnTo>
                      <a:pt x="8133" y="173"/>
                    </a:lnTo>
                    <a:lnTo>
                      <a:pt x="8118" y="171"/>
                    </a:lnTo>
                    <a:lnTo>
                      <a:pt x="8117" y="171"/>
                    </a:lnTo>
                    <a:lnTo>
                      <a:pt x="8115" y="171"/>
                    </a:lnTo>
                    <a:lnTo>
                      <a:pt x="8105" y="169"/>
                    </a:lnTo>
                    <a:lnTo>
                      <a:pt x="8095" y="168"/>
                    </a:lnTo>
                    <a:lnTo>
                      <a:pt x="8082" y="166"/>
                    </a:lnTo>
                    <a:lnTo>
                      <a:pt x="8069" y="165"/>
                    </a:lnTo>
                    <a:lnTo>
                      <a:pt x="8055" y="163"/>
                    </a:lnTo>
                    <a:lnTo>
                      <a:pt x="8042" y="161"/>
                    </a:lnTo>
                    <a:lnTo>
                      <a:pt x="8030" y="160"/>
                    </a:lnTo>
                    <a:lnTo>
                      <a:pt x="8016" y="158"/>
                    </a:lnTo>
                    <a:lnTo>
                      <a:pt x="8003" y="156"/>
                    </a:lnTo>
                    <a:lnTo>
                      <a:pt x="7988" y="155"/>
                    </a:lnTo>
                    <a:lnTo>
                      <a:pt x="7975" y="152"/>
                    </a:lnTo>
                    <a:lnTo>
                      <a:pt x="7962" y="150"/>
                    </a:lnTo>
                    <a:lnTo>
                      <a:pt x="7947" y="149"/>
                    </a:lnTo>
                    <a:lnTo>
                      <a:pt x="7932" y="147"/>
                    </a:lnTo>
                    <a:lnTo>
                      <a:pt x="7918" y="145"/>
                    </a:lnTo>
                    <a:lnTo>
                      <a:pt x="7906" y="144"/>
                    </a:lnTo>
                    <a:lnTo>
                      <a:pt x="7901" y="143"/>
                    </a:lnTo>
                    <a:lnTo>
                      <a:pt x="7896" y="143"/>
                    </a:lnTo>
                    <a:lnTo>
                      <a:pt x="7890" y="142"/>
                    </a:lnTo>
                    <a:lnTo>
                      <a:pt x="7884" y="142"/>
                    </a:lnTo>
                    <a:lnTo>
                      <a:pt x="7866" y="140"/>
                    </a:lnTo>
                    <a:lnTo>
                      <a:pt x="7846" y="138"/>
                    </a:lnTo>
                    <a:lnTo>
                      <a:pt x="7827" y="136"/>
                    </a:lnTo>
                    <a:lnTo>
                      <a:pt x="7807" y="134"/>
                    </a:lnTo>
                    <a:lnTo>
                      <a:pt x="7803" y="133"/>
                    </a:lnTo>
                    <a:lnTo>
                      <a:pt x="7798" y="133"/>
                    </a:lnTo>
                    <a:lnTo>
                      <a:pt x="7777" y="131"/>
                    </a:lnTo>
                    <a:lnTo>
                      <a:pt x="7754" y="128"/>
                    </a:lnTo>
                    <a:lnTo>
                      <a:pt x="7733" y="126"/>
                    </a:lnTo>
                    <a:lnTo>
                      <a:pt x="7710" y="124"/>
                    </a:lnTo>
                    <a:lnTo>
                      <a:pt x="7705" y="124"/>
                    </a:lnTo>
                    <a:lnTo>
                      <a:pt x="7700" y="123"/>
                    </a:lnTo>
                    <a:lnTo>
                      <a:pt x="7694" y="123"/>
                    </a:lnTo>
                    <a:lnTo>
                      <a:pt x="7688" y="122"/>
                    </a:lnTo>
                    <a:lnTo>
                      <a:pt x="7671" y="121"/>
                    </a:lnTo>
                    <a:lnTo>
                      <a:pt x="7653" y="118"/>
                    </a:lnTo>
                    <a:lnTo>
                      <a:pt x="7635" y="117"/>
                    </a:lnTo>
                    <a:lnTo>
                      <a:pt x="7617" y="115"/>
                    </a:lnTo>
                    <a:lnTo>
                      <a:pt x="7612" y="115"/>
                    </a:lnTo>
                    <a:lnTo>
                      <a:pt x="7607" y="114"/>
                    </a:lnTo>
                    <a:lnTo>
                      <a:pt x="7587" y="112"/>
                    </a:lnTo>
                    <a:lnTo>
                      <a:pt x="7567" y="111"/>
                    </a:lnTo>
                    <a:lnTo>
                      <a:pt x="7546" y="109"/>
                    </a:lnTo>
                    <a:lnTo>
                      <a:pt x="7525" y="107"/>
                    </a:lnTo>
                    <a:lnTo>
                      <a:pt x="7520" y="107"/>
                    </a:lnTo>
                    <a:lnTo>
                      <a:pt x="7515" y="106"/>
                    </a:lnTo>
                    <a:lnTo>
                      <a:pt x="7506" y="106"/>
                    </a:lnTo>
                    <a:lnTo>
                      <a:pt x="7497" y="105"/>
                    </a:lnTo>
                    <a:lnTo>
                      <a:pt x="7483" y="104"/>
                    </a:lnTo>
                    <a:lnTo>
                      <a:pt x="7471" y="103"/>
                    </a:lnTo>
                    <a:lnTo>
                      <a:pt x="7459" y="102"/>
                    </a:lnTo>
                    <a:lnTo>
                      <a:pt x="7446" y="101"/>
                    </a:lnTo>
                    <a:lnTo>
                      <a:pt x="7438" y="100"/>
                    </a:lnTo>
                    <a:lnTo>
                      <a:pt x="7430" y="100"/>
                    </a:lnTo>
                    <a:lnTo>
                      <a:pt x="7421" y="99"/>
                    </a:lnTo>
                    <a:lnTo>
                      <a:pt x="7413" y="98"/>
                    </a:lnTo>
                    <a:lnTo>
                      <a:pt x="7400" y="97"/>
                    </a:lnTo>
                    <a:lnTo>
                      <a:pt x="7386" y="96"/>
                    </a:lnTo>
                    <a:lnTo>
                      <a:pt x="7374" y="95"/>
                    </a:lnTo>
                    <a:lnTo>
                      <a:pt x="7361" y="95"/>
                    </a:lnTo>
                    <a:lnTo>
                      <a:pt x="7348" y="94"/>
                    </a:lnTo>
                    <a:lnTo>
                      <a:pt x="7337" y="93"/>
                    </a:lnTo>
                    <a:lnTo>
                      <a:pt x="7335" y="93"/>
                    </a:lnTo>
                    <a:lnTo>
                      <a:pt x="7333" y="93"/>
                    </a:lnTo>
                    <a:lnTo>
                      <a:pt x="7313" y="91"/>
                    </a:lnTo>
                    <a:lnTo>
                      <a:pt x="7293" y="90"/>
                    </a:lnTo>
                    <a:lnTo>
                      <a:pt x="7272" y="88"/>
                    </a:lnTo>
                    <a:lnTo>
                      <a:pt x="7251" y="87"/>
                    </a:lnTo>
                    <a:lnTo>
                      <a:pt x="7245" y="86"/>
                    </a:lnTo>
                    <a:lnTo>
                      <a:pt x="7239" y="86"/>
                    </a:lnTo>
                    <a:lnTo>
                      <a:pt x="7222" y="84"/>
                    </a:lnTo>
                    <a:lnTo>
                      <a:pt x="7204" y="83"/>
                    </a:lnTo>
                    <a:lnTo>
                      <a:pt x="7185" y="82"/>
                    </a:lnTo>
                    <a:lnTo>
                      <a:pt x="7168" y="80"/>
                    </a:lnTo>
                    <a:lnTo>
                      <a:pt x="7165" y="80"/>
                    </a:lnTo>
                    <a:lnTo>
                      <a:pt x="7161" y="80"/>
                    </a:lnTo>
                    <a:lnTo>
                      <a:pt x="7146" y="79"/>
                    </a:lnTo>
                    <a:lnTo>
                      <a:pt x="7132" y="78"/>
                    </a:lnTo>
                    <a:lnTo>
                      <a:pt x="7122" y="77"/>
                    </a:lnTo>
                    <a:lnTo>
                      <a:pt x="7110" y="77"/>
                    </a:lnTo>
                    <a:lnTo>
                      <a:pt x="7100" y="76"/>
                    </a:lnTo>
                    <a:lnTo>
                      <a:pt x="7089" y="75"/>
                    </a:lnTo>
                    <a:lnTo>
                      <a:pt x="7078" y="75"/>
                    </a:lnTo>
                    <a:lnTo>
                      <a:pt x="7068" y="74"/>
                    </a:lnTo>
                    <a:lnTo>
                      <a:pt x="7058" y="74"/>
                    </a:lnTo>
                    <a:lnTo>
                      <a:pt x="7047" y="73"/>
                    </a:lnTo>
                    <a:lnTo>
                      <a:pt x="7037" y="72"/>
                    </a:lnTo>
                    <a:lnTo>
                      <a:pt x="7027" y="72"/>
                    </a:lnTo>
                    <a:lnTo>
                      <a:pt x="7016" y="71"/>
                    </a:lnTo>
                    <a:lnTo>
                      <a:pt x="7007" y="71"/>
                    </a:lnTo>
                    <a:lnTo>
                      <a:pt x="7000" y="70"/>
                    </a:lnTo>
                    <a:lnTo>
                      <a:pt x="6993" y="70"/>
                    </a:lnTo>
                    <a:lnTo>
                      <a:pt x="6978" y="69"/>
                    </a:lnTo>
                    <a:lnTo>
                      <a:pt x="6965" y="68"/>
                    </a:lnTo>
                    <a:lnTo>
                      <a:pt x="6954" y="68"/>
                    </a:lnTo>
                    <a:lnTo>
                      <a:pt x="6943" y="67"/>
                    </a:lnTo>
                    <a:lnTo>
                      <a:pt x="6933" y="66"/>
                    </a:lnTo>
                    <a:lnTo>
                      <a:pt x="6922" y="66"/>
                    </a:lnTo>
                    <a:lnTo>
                      <a:pt x="6912" y="65"/>
                    </a:lnTo>
                    <a:lnTo>
                      <a:pt x="6903" y="65"/>
                    </a:lnTo>
                    <a:lnTo>
                      <a:pt x="6893" y="64"/>
                    </a:lnTo>
                    <a:lnTo>
                      <a:pt x="6883" y="64"/>
                    </a:lnTo>
                    <a:lnTo>
                      <a:pt x="6872" y="63"/>
                    </a:lnTo>
                    <a:lnTo>
                      <a:pt x="6862" y="62"/>
                    </a:lnTo>
                    <a:lnTo>
                      <a:pt x="6850" y="62"/>
                    </a:lnTo>
                    <a:lnTo>
                      <a:pt x="6840" y="61"/>
                    </a:lnTo>
                    <a:lnTo>
                      <a:pt x="6831" y="61"/>
                    </a:lnTo>
                    <a:lnTo>
                      <a:pt x="6823" y="60"/>
                    </a:lnTo>
                    <a:lnTo>
                      <a:pt x="6816" y="60"/>
                    </a:lnTo>
                    <a:lnTo>
                      <a:pt x="6810" y="60"/>
                    </a:lnTo>
                    <a:lnTo>
                      <a:pt x="6773" y="58"/>
                    </a:lnTo>
                    <a:lnTo>
                      <a:pt x="6736" y="56"/>
                    </a:lnTo>
                    <a:lnTo>
                      <a:pt x="6698" y="54"/>
                    </a:lnTo>
                    <a:lnTo>
                      <a:pt x="6661" y="52"/>
                    </a:lnTo>
                    <a:lnTo>
                      <a:pt x="6657" y="52"/>
                    </a:lnTo>
                    <a:lnTo>
                      <a:pt x="6653" y="52"/>
                    </a:lnTo>
                    <a:lnTo>
                      <a:pt x="6647" y="52"/>
                    </a:lnTo>
                    <a:lnTo>
                      <a:pt x="6643" y="52"/>
                    </a:lnTo>
                    <a:lnTo>
                      <a:pt x="6605" y="49"/>
                    </a:lnTo>
                    <a:lnTo>
                      <a:pt x="6568" y="47"/>
                    </a:lnTo>
                    <a:lnTo>
                      <a:pt x="6530" y="45"/>
                    </a:lnTo>
                    <a:lnTo>
                      <a:pt x="6492" y="44"/>
                    </a:lnTo>
                    <a:lnTo>
                      <a:pt x="6489" y="44"/>
                    </a:lnTo>
                    <a:lnTo>
                      <a:pt x="6487" y="44"/>
                    </a:lnTo>
                    <a:lnTo>
                      <a:pt x="6481" y="43"/>
                    </a:lnTo>
                    <a:lnTo>
                      <a:pt x="6477" y="43"/>
                    </a:lnTo>
                    <a:lnTo>
                      <a:pt x="6458" y="42"/>
                    </a:lnTo>
                    <a:lnTo>
                      <a:pt x="6438" y="42"/>
                    </a:lnTo>
                    <a:lnTo>
                      <a:pt x="6419" y="41"/>
                    </a:lnTo>
                    <a:lnTo>
                      <a:pt x="6399" y="40"/>
                    </a:lnTo>
                    <a:lnTo>
                      <a:pt x="6379" y="39"/>
                    </a:lnTo>
                    <a:lnTo>
                      <a:pt x="6359" y="38"/>
                    </a:lnTo>
                    <a:lnTo>
                      <a:pt x="6339" y="38"/>
                    </a:lnTo>
                    <a:lnTo>
                      <a:pt x="6320" y="37"/>
                    </a:lnTo>
                    <a:lnTo>
                      <a:pt x="6319" y="37"/>
                    </a:lnTo>
                    <a:lnTo>
                      <a:pt x="6318" y="37"/>
                    </a:lnTo>
                    <a:lnTo>
                      <a:pt x="6314" y="37"/>
                    </a:lnTo>
                    <a:lnTo>
                      <a:pt x="6311" y="37"/>
                    </a:lnTo>
                    <a:lnTo>
                      <a:pt x="6273" y="35"/>
                    </a:lnTo>
                    <a:lnTo>
                      <a:pt x="6236" y="34"/>
                    </a:lnTo>
                    <a:lnTo>
                      <a:pt x="6198" y="32"/>
                    </a:lnTo>
                    <a:lnTo>
                      <a:pt x="6160" y="31"/>
                    </a:lnTo>
                    <a:lnTo>
                      <a:pt x="6156" y="31"/>
                    </a:lnTo>
                    <a:lnTo>
                      <a:pt x="6152" y="31"/>
                    </a:lnTo>
                    <a:lnTo>
                      <a:pt x="6150" y="31"/>
                    </a:lnTo>
                    <a:lnTo>
                      <a:pt x="6148" y="31"/>
                    </a:lnTo>
                    <a:lnTo>
                      <a:pt x="6111" y="29"/>
                    </a:lnTo>
                    <a:lnTo>
                      <a:pt x="6074" y="28"/>
                    </a:lnTo>
                    <a:lnTo>
                      <a:pt x="6036" y="27"/>
                    </a:lnTo>
                    <a:lnTo>
                      <a:pt x="5999" y="26"/>
                    </a:lnTo>
                    <a:lnTo>
                      <a:pt x="5993" y="26"/>
                    </a:lnTo>
                    <a:lnTo>
                      <a:pt x="5987" y="25"/>
                    </a:lnTo>
                    <a:lnTo>
                      <a:pt x="5982" y="25"/>
                    </a:lnTo>
                    <a:lnTo>
                      <a:pt x="5976" y="25"/>
                    </a:lnTo>
                    <a:lnTo>
                      <a:pt x="5941" y="24"/>
                    </a:lnTo>
                    <a:lnTo>
                      <a:pt x="5907" y="23"/>
                    </a:lnTo>
                    <a:lnTo>
                      <a:pt x="5871" y="22"/>
                    </a:lnTo>
                    <a:lnTo>
                      <a:pt x="5836" y="21"/>
                    </a:lnTo>
                    <a:lnTo>
                      <a:pt x="5832" y="21"/>
                    </a:lnTo>
                    <a:lnTo>
                      <a:pt x="5827" y="21"/>
                    </a:lnTo>
                    <a:lnTo>
                      <a:pt x="5818" y="20"/>
                    </a:lnTo>
                    <a:lnTo>
                      <a:pt x="5808" y="20"/>
                    </a:lnTo>
                    <a:lnTo>
                      <a:pt x="5779" y="19"/>
                    </a:lnTo>
                    <a:lnTo>
                      <a:pt x="5749" y="19"/>
                    </a:lnTo>
                    <a:lnTo>
                      <a:pt x="5719" y="18"/>
                    </a:lnTo>
                    <a:lnTo>
                      <a:pt x="5688" y="17"/>
                    </a:lnTo>
                    <a:lnTo>
                      <a:pt x="5682" y="17"/>
                    </a:lnTo>
                    <a:lnTo>
                      <a:pt x="5675" y="17"/>
                    </a:lnTo>
                    <a:lnTo>
                      <a:pt x="5672" y="17"/>
                    </a:lnTo>
                    <a:lnTo>
                      <a:pt x="5669" y="17"/>
                    </a:lnTo>
                    <a:lnTo>
                      <a:pt x="5637" y="15"/>
                    </a:lnTo>
                    <a:lnTo>
                      <a:pt x="5604" y="14"/>
                    </a:lnTo>
                    <a:lnTo>
                      <a:pt x="5572" y="13"/>
                    </a:lnTo>
                    <a:lnTo>
                      <a:pt x="5540" y="13"/>
                    </a:lnTo>
                    <a:lnTo>
                      <a:pt x="5537" y="13"/>
                    </a:lnTo>
                    <a:lnTo>
                      <a:pt x="5535" y="13"/>
                    </a:lnTo>
                    <a:lnTo>
                      <a:pt x="5528" y="12"/>
                    </a:lnTo>
                    <a:lnTo>
                      <a:pt x="5521" y="12"/>
                    </a:lnTo>
                    <a:lnTo>
                      <a:pt x="5495" y="12"/>
                    </a:lnTo>
                    <a:lnTo>
                      <a:pt x="5469" y="11"/>
                    </a:lnTo>
                    <a:lnTo>
                      <a:pt x="5444" y="11"/>
                    </a:lnTo>
                    <a:lnTo>
                      <a:pt x="5418" y="10"/>
                    </a:lnTo>
                    <a:lnTo>
                      <a:pt x="5407" y="10"/>
                    </a:lnTo>
                    <a:lnTo>
                      <a:pt x="5397" y="10"/>
                    </a:lnTo>
                    <a:lnTo>
                      <a:pt x="5385" y="10"/>
                    </a:lnTo>
                    <a:lnTo>
                      <a:pt x="5372" y="9"/>
                    </a:lnTo>
                    <a:lnTo>
                      <a:pt x="5359" y="9"/>
                    </a:lnTo>
                    <a:lnTo>
                      <a:pt x="5345" y="9"/>
                    </a:lnTo>
                    <a:lnTo>
                      <a:pt x="5331" y="9"/>
                    </a:lnTo>
                    <a:lnTo>
                      <a:pt x="5317" y="8"/>
                    </a:lnTo>
                    <a:lnTo>
                      <a:pt x="5301" y="8"/>
                    </a:lnTo>
                    <a:lnTo>
                      <a:pt x="5287" y="8"/>
                    </a:lnTo>
                    <a:lnTo>
                      <a:pt x="5276" y="8"/>
                    </a:lnTo>
                    <a:lnTo>
                      <a:pt x="5265" y="8"/>
                    </a:lnTo>
                    <a:lnTo>
                      <a:pt x="5251" y="7"/>
                    </a:lnTo>
                    <a:lnTo>
                      <a:pt x="5236" y="7"/>
                    </a:lnTo>
                    <a:lnTo>
                      <a:pt x="5223" y="7"/>
                    </a:lnTo>
                    <a:lnTo>
                      <a:pt x="5209" y="7"/>
                    </a:lnTo>
                    <a:lnTo>
                      <a:pt x="5200" y="7"/>
                    </a:lnTo>
                    <a:lnTo>
                      <a:pt x="5192" y="6"/>
                    </a:lnTo>
                    <a:lnTo>
                      <a:pt x="5183" y="6"/>
                    </a:lnTo>
                    <a:lnTo>
                      <a:pt x="5174" y="6"/>
                    </a:lnTo>
                    <a:lnTo>
                      <a:pt x="5165" y="6"/>
                    </a:lnTo>
                    <a:lnTo>
                      <a:pt x="5156" y="6"/>
                    </a:lnTo>
                    <a:lnTo>
                      <a:pt x="5143" y="6"/>
                    </a:lnTo>
                    <a:lnTo>
                      <a:pt x="5128" y="5"/>
                    </a:lnTo>
                    <a:lnTo>
                      <a:pt x="5115" y="5"/>
                    </a:lnTo>
                    <a:lnTo>
                      <a:pt x="5100" y="5"/>
                    </a:lnTo>
                    <a:lnTo>
                      <a:pt x="5092" y="5"/>
                    </a:lnTo>
                    <a:lnTo>
                      <a:pt x="5083" y="5"/>
                    </a:lnTo>
                    <a:lnTo>
                      <a:pt x="5075" y="5"/>
                    </a:lnTo>
                    <a:lnTo>
                      <a:pt x="5065" y="5"/>
                    </a:lnTo>
                    <a:lnTo>
                      <a:pt x="5056" y="4"/>
                    </a:lnTo>
                    <a:lnTo>
                      <a:pt x="5047" y="4"/>
                    </a:lnTo>
                    <a:lnTo>
                      <a:pt x="5038" y="4"/>
                    </a:lnTo>
                    <a:lnTo>
                      <a:pt x="5029" y="4"/>
                    </a:lnTo>
                    <a:lnTo>
                      <a:pt x="5021" y="4"/>
                    </a:lnTo>
                    <a:lnTo>
                      <a:pt x="5013" y="4"/>
                    </a:lnTo>
                    <a:lnTo>
                      <a:pt x="5004" y="4"/>
                    </a:lnTo>
                    <a:lnTo>
                      <a:pt x="4997" y="4"/>
                    </a:lnTo>
                    <a:lnTo>
                      <a:pt x="4989" y="4"/>
                    </a:lnTo>
                    <a:lnTo>
                      <a:pt x="4981" y="4"/>
                    </a:lnTo>
                    <a:lnTo>
                      <a:pt x="4972" y="3"/>
                    </a:lnTo>
                    <a:lnTo>
                      <a:pt x="4964" y="3"/>
                    </a:lnTo>
                    <a:lnTo>
                      <a:pt x="4956" y="3"/>
                    </a:lnTo>
                    <a:lnTo>
                      <a:pt x="4948" y="3"/>
                    </a:lnTo>
                    <a:lnTo>
                      <a:pt x="4938" y="3"/>
                    </a:lnTo>
                    <a:lnTo>
                      <a:pt x="4929" y="3"/>
                    </a:lnTo>
                    <a:lnTo>
                      <a:pt x="4920" y="3"/>
                    </a:lnTo>
                    <a:lnTo>
                      <a:pt x="4911" y="3"/>
                    </a:lnTo>
                    <a:lnTo>
                      <a:pt x="4903" y="3"/>
                    </a:lnTo>
                    <a:lnTo>
                      <a:pt x="4896" y="3"/>
                    </a:lnTo>
                    <a:lnTo>
                      <a:pt x="4877" y="3"/>
                    </a:lnTo>
                    <a:lnTo>
                      <a:pt x="4858" y="2"/>
                    </a:lnTo>
                    <a:lnTo>
                      <a:pt x="4839" y="2"/>
                    </a:lnTo>
                    <a:lnTo>
                      <a:pt x="4820" y="2"/>
                    </a:lnTo>
                    <a:lnTo>
                      <a:pt x="4819" y="2"/>
                    </a:lnTo>
                    <a:lnTo>
                      <a:pt x="4818" y="2"/>
                    </a:lnTo>
                    <a:lnTo>
                      <a:pt x="4814" y="2"/>
                    </a:lnTo>
                    <a:lnTo>
                      <a:pt x="4811" y="2"/>
                    </a:lnTo>
                    <a:lnTo>
                      <a:pt x="4789" y="2"/>
                    </a:lnTo>
                    <a:lnTo>
                      <a:pt x="4768" y="2"/>
                    </a:lnTo>
                    <a:lnTo>
                      <a:pt x="4747" y="1"/>
                    </a:lnTo>
                    <a:lnTo>
                      <a:pt x="4726" y="1"/>
                    </a:lnTo>
                    <a:lnTo>
                      <a:pt x="4718" y="1"/>
                    </a:lnTo>
                    <a:lnTo>
                      <a:pt x="4710" y="1"/>
                    </a:lnTo>
                    <a:lnTo>
                      <a:pt x="4709" y="1"/>
                    </a:lnTo>
                    <a:lnTo>
                      <a:pt x="4708" y="1"/>
                    </a:lnTo>
                    <a:lnTo>
                      <a:pt x="4695" y="1"/>
                    </a:lnTo>
                    <a:lnTo>
                      <a:pt x="4683" y="1"/>
                    </a:lnTo>
                    <a:lnTo>
                      <a:pt x="4669" y="1"/>
                    </a:lnTo>
                    <a:lnTo>
                      <a:pt x="4657" y="1"/>
                    </a:lnTo>
                    <a:lnTo>
                      <a:pt x="4641" y="1"/>
                    </a:lnTo>
                    <a:lnTo>
                      <a:pt x="4623" y="1"/>
                    </a:lnTo>
                    <a:lnTo>
                      <a:pt x="4606" y="1"/>
                    </a:lnTo>
                    <a:lnTo>
                      <a:pt x="4589" y="0"/>
                    </a:lnTo>
                    <a:lnTo>
                      <a:pt x="4572" y="0"/>
                    </a:lnTo>
                    <a:lnTo>
                      <a:pt x="4554" y="0"/>
                    </a:lnTo>
                    <a:lnTo>
                      <a:pt x="4536" y="0"/>
                    </a:lnTo>
                    <a:lnTo>
                      <a:pt x="4520" y="0"/>
                    </a:lnTo>
                    <a:lnTo>
                      <a:pt x="4507" y="0"/>
                    </a:lnTo>
                    <a:lnTo>
                      <a:pt x="4494" y="0"/>
                    </a:lnTo>
                    <a:lnTo>
                      <a:pt x="4490" y="0"/>
                    </a:lnTo>
                    <a:lnTo>
                      <a:pt x="4485" y="0"/>
                    </a:lnTo>
                    <a:lnTo>
                      <a:pt x="4476" y="0"/>
                    </a:lnTo>
                    <a:lnTo>
                      <a:pt x="4467" y="0"/>
                    </a:lnTo>
                    <a:lnTo>
                      <a:pt x="4459" y="0"/>
                    </a:lnTo>
                    <a:lnTo>
                      <a:pt x="4450" y="0"/>
                    </a:lnTo>
                    <a:lnTo>
                      <a:pt x="4432" y="0"/>
                    </a:lnTo>
                    <a:lnTo>
                      <a:pt x="4416" y="0"/>
                    </a:lnTo>
                    <a:lnTo>
                      <a:pt x="4398" y="0"/>
                    </a:lnTo>
                    <a:lnTo>
                      <a:pt x="4381" y="0"/>
                    </a:lnTo>
                    <a:lnTo>
                      <a:pt x="4380" y="0"/>
                    </a:lnTo>
                    <a:lnTo>
                      <a:pt x="4378" y="0"/>
                    </a:lnTo>
                    <a:lnTo>
                      <a:pt x="4362" y="0"/>
                    </a:lnTo>
                    <a:lnTo>
                      <a:pt x="4347" y="0"/>
                    </a:lnTo>
                    <a:lnTo>
                      <a:pt x="4331" y="0"/>
                    </a:lnTo>
                    <a:lnTo>
                      <a:pt x="4316" y="0"/>
                    </a:lnTo>
                    <a:lnTo>
                      <a:pt x="4299" y="0"/>
                    </a:lnTo>
                    <a:lnTo>
                      <a:pt x="4283" y="0"/>
                    </a:lnTo>
                    <a:lnTo>
                      <a:pt x="4266" y="0"/>
                    </a:lnTo>
                    <a:lnTo>
                      <a:pt x="4251" y="0"/>
                    </a:lnTo>
                    <a:lnTo>
                      <a:pt x="4234" y="0"/>
                    </a:lnTo>
                    <a:lnTo>
                      <a:pt x="4218" y="0"/>
                    </a:lnTo>
                    <a:lnTo>
                      <a:pt x="4203" y="0"/>
                    </a:lnTo>
                    <a:lnTo>
                      <a:pt x="4186" y="0"/>
                    </a:lnTo>
                    <a:lnTo>
                      <a:pt x="4170" y="0"/>
                    </a:lnTo>
                    <a:lnTo>
                      <a:pt x="4154" y="0"/>
                    </a:lnTo>
                    <a:lnTo>
                      <a:pt x="4138" y="0"/>
                    </a:lnTo>
                    <a:lnTo>
                      <a:pt x="4122" y="0"/>
                    </a:lnTo>
                    <a:lnTo>
                      <a:pt x="4106" y="0"/>
                    </a:lnTo>
                    <a:lnTo>
                      <a:pt x="4090" y="0"/>
                    </a:lnTo>
                    <a:lnTo>
                      <a:pt x="4074" y="0"/>
                    </a:lnTo>
                    <a:lnTo>
                      <a:pt x="4057" y="0"/>
                    </a:lnTo>
                    <a:lnTo>
                      <a:pt x="4053" y="0"/>
                    </a:lnTo>
                    <a:lnTo>
                      <a:pt x="4049" y="0"/>
                    </a:lnTo>
                    <a:lnTo>
                      <a:pt x="4045" y="0"/>
                    </a:lnTo>
                    <a:lnTo>
                      <a:pt x="4041" y="0"/>
                    </a:lnTo>
                    <a:lnTo>
                      <a:pt x="4027" y="0"/>
                    </a:lnTo>
                    <a:lnTo>
                      <a:pt x="4014" y="0"/>
                    </a:lnTo>
                    <a:lnTo>
                      <a:pt x="4000" y="1"/>
                    </a:lnTo>
                    <a:lnTo>
                      <a:pt x="3987" y="1"/>
                    </a:lnTo>
                    <a:lnTo>
                      <a:pt x="3977" y="1"/>
                    </a:lnTo>
                    <a:lnTo>
                      <a:pt x="3967" y="1"/>
                    </a:lnTo>
                    <a:lnTo>
                      <a:pt x="3958" y="1"/>
                    </a:lnTo>
                    <a:lnTo>
                      <a:pt x="3949" y="1"/>
                    </a:lnTo>
                    <a:lnTo>
                      <a:pt x="3940" y="1"/>
                    </a:lnTo>
                    <a:lnTo>
                      <a:pt x="3931" y="1"/>
                    </a:lnTo>
                    <a:lnTo>
                      <a:pt x="3920" y="1"/>
                    </a:lnTo>
                    <a:lnTo>
                      <a:pt x="3909" y="1"/>
                    </a:lnTo>
                    <a:lnTo>
                      <a:pt x="3890" y="1"/>
                    </a:lnTo>
                    <a:lnTo>
                      <a:pt x="3871" y="1"/>
                    </a:lnTo>
                    <a:lnTo>
                      <a:pt x="3851" y="1"/>
                    </a:lnTo>
                    <a:lnTo>
                      <a:pt x="3831" y="2"/>
                    </a:lnTo>
                    <a:lnTo>
                      <a:pt x="3831" y="2"/>
                    </a:lnTo>
                    <a:lnTo>
                      <a:pt x="3830" y="2"/>
                    </a:lnTo>
                    <a:lnTo>
                      <a:pt x="3828" y="2"/>
                    </a:lnTo>
                    <a:lnTo>
                      <a:pt x="3827" y="2"/>
                    </a:lnTo>
                    <a:lnTo>
                      <a:pt x="3809" y="2"/>
                    </a:lnTo>
                    <a:lnTo>
                      <a:pt x="3791" y="2"/>
                    </a:lnTo>
                    <a:lnTo>
                      <a:pt x="3773" y="2"/>
                    </a:lnTo>
                    <a:lnTo>
                      <a:pt x="3755" y="2"/>
                    </a:lnTo>
                    <a:lnTo>
                      <a:pt x="3742" y="2"/>
                    </a:lnTo>
                    <a:lnTo>
                      <a:pt x="3728" y="3"/>
                    </a:lnTo>
                    <a:lnTo>
                      <a:pt x="3720" y="3"/>
                    </a:lnTo>
                    <a:lnTo>
                      <a:pt x="3712" y="3"/>
                    </a:lnTo>
                    <a:lnTo>
                      <a:pt x="3704" y="3"/>
                    </a:lnTo>
                    <a:lnTo>
                      <a:pt x="3694" y="3"/>
                    </a:lnTo>
                    <a:lnTo>
                      <a:pt x="3686" y="3"/>
                    </a:lnTo>
                    <a:lnTo>
                      <a:pt x="3678" y="3"/>
                    </a:lnTo>
                    <a:lnTo>
                      <a:pt x="3668" y="3"/>
                    </a:lnTo>
                    <a:lnTo>
                      <a:pt x="3656" y="3"/>
                    </a:lnTo>
                    <a:lnTo>
                      <a:pt x="3627" y="4"/>
                    </a:lnTo>
                    <a:lnTo>
                      <a:pt x="3597" y="4"/>
                    </a:lnTo>
                    <a:lnTo>
                      <a:pt x="3568" y="4"/>
                    </a:lnTo>
                    <a:lnTo>
                      <a:pt x="3538" y="5"/>
                    </a:lnTo>
                    <a:lnTo>
                      <a:pt x="3527" y="5"/>
                    </a:lnTo>
                    <a:lnTo>
                      <a:pt x="3517" y="5"/>
                    </a:lnTo>
                    <a:lnTo>
                      <a:pt x="3514" y="5"/>
                    </a:lnTo>
                    <a:lnTo>
                      <a:pt x="3511" y="5"/>
                    </a:lnTo>
                    <a:lnTo>
                      <a:pt x="3477" y="5"/>
                    </a:lnTo>
                    <a:lnTo>
                      <a:pt x="3442" y="6"/>
                    </a:lnTo>
                    <a:lnTo>
                      <a:pt x="3408" y="6"/>
                    </a:lnTo>
                    <a:lnTo>
                      <a:pt x="3374" y="7"/>
                    </a:lnTo>
                    <a:lnTo>
                      <a:pt x="3367" y="7"/>
                    </a:lnTo>
                    <a:lnTo>
                      <a:pt x="3358" y="7"/>
                    </a:lnTo>
                    <a:lnTo>
                      <a:pt x="3344" y="7"/>
                    </a:lnTo>
                    <a:lnTo>
                      <a:pt x="3328" y="8"/>
                    </a:lnTo>
                    <a:lnTo>
                      <a:pt x="3314" y="8"/>
                    </a:lnTo>
                    <a:lnTo>
                      <a:pt x="3299" y="8"/>
                    </a:lnTo>
                    <a:lnTo>
                      <a:pt x="3292" y="8"/>
                    </a:lnTo>
                    <a:lnTo>
                      <a:pt x="3285" y="8"/>
                    </a:lnTo>
                    <a:lnTo>
                      <a:pt x="3253" y="9"/>
                    </a:lnTo>
                    <a:lnTo>
                      <a:pt x="3221" y="10"/>
                    </a:lnTo>
                    <a:lnTo>
                      <a:pt x="3189" y="10"/>
                    </a:lnTo>
                    <a:lnTo>
                      <a:pt x="3157" y="11"/>
                    </a:lnTo>
                    <a:lnTo>
                      <a:pt x="3149" y="11"/>
                    </a:lnTo>
                    <a:lnTo>
                      <a:pt x="3141" y="11"/>
                    </a:lnTo>
                    <a:lnTo>
                      <a:pt x="3133" y="11"/>
                    </a:lnTo>
                    <a:lnTo>
                      <a:pt x="3124" y="12"/>
                    </a:lnTo>
                    <a:lnTo>
                      <a:pt x="3090" y="12"/>
                    </a:lnTo>
                    <a:lnTo>
                      <a:pt x="3056" y="13"/>
                    </a:lnTo>
                    <a:lnTo>
                      <a:pt x="3022" y="14"/>
                    </a:lnTo>
                    <a:lnTo>
                      <a:pt x="2988" y="14"/>
                    </a:lnTo>
                    <a:lnTo>
                      <a:pt x="2985" y="15"/>
                    </a:lnTo>
                    <a:lnTo>
                      <a:pt x="2982" y="15"/>
                    </a:lnTo>
                    <a:lnTo>
                      <a:pt x="2971" y="15"/>
                    </a:lnTo>
                    <a:lnTo>
                      <a:pt x="2959" y="15"/>
                    </a:lnTo>
                    <a:lnTo>
                      <a:pt x="2947" y="15"/>
                    </a:lnTo>
                    <a:lnTo>
                      <a:pt x="2936" y="17"/>
                    </a:lnTo>
                    <a:lnTo>
                      <a:pt x="2923" y="17"/>
                    </a:lnTo>
                    <a:lnTo>
                      <a:pt x="2911" y="17"/>
                    </a:lnTo>
                    <a:lnTo>
                      <a:pt x="2900" y="18"/>
                    </a:lnTo>
                    <a:lnTo>
                      <a:pt x="2887" y="18"/>
                    </a:lnTo>
                    <a:lnTo>
                      <a:pt x="2882" y="18"/>
                    </a:lnTo>
                    <a:lnTo>
                      <a:pt x="2877" y="18"/>
                    </a:lnTo>
                    <a:lnTo>
                      <a:pt x="2866" y="18"/>
                    </a:lnTo>
                    <a:lnTo>
                      <a:pt x="2853" y="19"/>
                    </a:lnTo>
                    <a:lnTo>
                      <a:pt x="2842" y="19"/>
                    </a:lnTo>
                    <a:lnTo>
                      <a:pt x="2830" y="19"/>
                    </a:lnTo>
                    <a:lnTo>
                      <a:pt x="2819" y="20"/>
                    </a:lnTo>
                    <a:lnTo>
                      <a:pt x="2809" y="20"/>
                    </a:lnTo>
                    <a:lnTo>
                      <a:pt x="2799" y="20"/>
                    </a:lnTo>
                    <a:lnTo>
                      <a:pt x="2788" y="20"/>
                    </a:lnTo>
                    <a:lnTo>
                      <a:pt x="2781" y="21"/>
                    </a:lnTo>
                    <a:lnTo>
                      <a:pt x="2774" y="21"/>
                    </a:lnTo>
                    <a:lnTo>
                      <a:pt x="2763" y="21"/>
                    </a:lnTo>
                    <a:lnTo>
                      <a:pt x="2751" y="22"/>
                    </a:lnTo>
                    <a:lnTo>
                      <a:pt x="2740" y="22"/>
                    </a:lnTo>
                    <a:lnTo>
                      <a:pt x="2729" y="22"/>
                    </a:lnTo>
                    <a:lnTo>
                      <a:pt x="2717" y="22"/>
                    </a:lnTo>
                    <a:lnTo>
                      <a:pt x="2707" y="23"/>
                    </a:lnTo>
                    <a:lnTo>
                      <a:pt x="2697" y="23"/>
                    </a:lnTo>
                    <a:lnTo>
                      <a:pt x="2686" y="23"/>
                    </a:lnTo>
                    <a:lnTo>
                      <a:pt x="2682" y="23"/>
                    </a:lnTo>
                    <a:lnTo>
                      <a:pt x="2677" y="24"/>
                    </a:lnTo>
                    <a:lnTo>
                      <a:pt x="2658" y="24"/>
                    </a:lnTo>
                    <a:lnTo>
                      <a:pt x="2639" y="25"/>
                    </a:lnTo>
                    <a:lnTo>
                      <a:pt x="2619" y="25"/>
                    </a:lnTo>
                    <a:lnTo>
                      <a:pt x="2600" y="26"/>
                    </a:lnTo>
                    <a:lnTo>
                      <a:pt x="2581" y="27"/>
                    </a:lnTo>
                    <a:lnTo>
                      <a:pt x="2562" y="27"/>
                    </a:lnTo>
                    <a:lnTo>
                      <a:pt x="2543" y="28"/>
                    </a:lnTo>
                    <a:lnTo>
                      <a:pt x="2523" y="28"/>
                    </a:lnTo>
                    <a:lnTo>
                      <a:pt x="2517" y="29"/>
                    </a:lnTo>
                    <a:lnTo>
                      <a:pt x="2511" y="29"/>
                    </a:lnTo>
                    <a:lnTo>
                      <a:pt x="2502" y="29"/>
                    </a:lnTo>
                    <a:lnTo>
                      <a:pt x="2494" y="29"/>
                    </a:lnTo>
                    <a:lnTo>
                      <a:pt x="2482" y="30"/>
                    </a:lnTo>
                    <a:lnTo>
                      <a:pt x="2471" y="30"/>
                    </a:lnTo>
                    <a:lnTo>
                      <a:pt x="2460" y="31"/>
                    </a:lnTo>
                    <a:lnTo>
                      <a:pt x="2448" y="31"/>
                    </a:lnTo>
                    <a:lnTo>
                      <a:pt x="2448" y="31"/>
                    </a:lnTo>
                    <a:lnTo>
                      <a:pt x="2448" y="31"/>
                    </a:lnTo>
                    <a:lnTo>
                      <a:pt x="2448" y="31"/>
                    </a:lnTo>
                    <a:lnTo>
                      <a:pt x="2440" y="31"/>
                    </a:lnTo>
                    <a:lnTo>
                      <a:pt x="2431" y="32"/>
                    </a:lnTo>
                    <a:lnTo>
                      <a:pt x="2421" y="32"/>
                    </a:lnTo>
                    <a:lnTo>
                      <a:pt x="2411" y="32"/>
                    </a:lnTo>
                    <a:lnTo>
                      <a:pt x="2402" y="33"/>
                    </a:lnTo>
                    <a:lnTo>
                      <a:pt x="2391" y="33"/>
                    </a:lnTo>
                    <a:lnTo>
                      <a:pt x="2382" y="33"/>
                    </a:lnTo>
                    <a:lnTo>
                      <a:pt x="2372" y="34"/>
                    </a:lnTo>
                    <a:lnTo>
                      <a:pt x="2357" y="34"/>
                    </a:lnTo>
                    <a:lnTo>
                      <a:pt x="2344" y="35"/>
                    </a:lnTo>
                    <a:lnTo>
                      <a:pt x="2334" y="35"/>
                    </a:lnTo>
                    <a:lnTo>
                      <a:pt x="2324" y="35"/>
                    </a:lnTo>
                    <a:lnTo>
                      <a:pt x="2314" y="36"/>
                    </a:lnTo>
                    <a:lnTo>
                      <a:pt x="2305" y="36"/>
                    </a:lnTo>
                    <a:lnTo>
                      <a:pt x="2299" y="36"/>
                    </a:lnTo>
                    <a:lnTo>
                      <a:pt x="2293" y="37"/>
                    </a:lnTo>
                    <a:lnTo>
                      <a:pt x="2280" y="37"/>
                    </a:lnTo>
                    <a:lnTo>
                      <a:pt x="2269" y="37"/>
                    </a:lnTo>
                    <a:lnTo>
                      <a:pt x="2256" y="38"/>
                    </a:lnTo>
                    <a:lnTo>
                      <a:pt x="2245" y="38"/>
                    </a:lnTo>
                    <a:lnTo>
                      <a:pt x="2234" y="39"/>
                    </a:lnTo>
                    <a:lnTo>
                      <a:pt x="2222" y="39"/>
                    </a:lnTo>
                    <a:lnTo>
                      <a:pt x="2218" y="39"/>
                    </a:lnTo>
                    <a:lnTo>
                      <a:pt x="2213" y="40"/>
                    </a:lnTo>
                    <a:lnTo>
                      <a:pt x="2194" y="40"/>
                    </a:lnTo>
                    <a:lnTo>
                      <a:pt x="2175" y="41"/>
                    </a:lnTo>
                    <a:lnTo>
                      <a:pt x="2155" y="42"/>
                    </a:lnTo>
                    <a:lnTo>
                      <a:pt x="2136" y="43"/>
                    </a:lnTo>
                    <a:lnTo>
                      <a:pt x="2113" y="44"/>
                    </a:lnTo>
                    <a:lnTo>
                      <a:pt x="2092" y="45"/>
                    </a:lnTo>
                    <a:lnTo>
                      <a:pt x="2069" y="46"/>
                    </a:lnTo>
                    <a:lnTo>
                      <a:pt x="2047" y="47"/>
                    </a:lnTo>
                    <a:lnTo>
                      <a:pt x="2040" y="47"/>
                    </a:lnTo>
                    <a:lnTo>
                      <a:pt x="2034" y="47"/>
                    </a:lnTo>
                    <a:lnTo>
                      <a:pt x="2013" y="48"/>
                    </a:lnTo>
                    <a:lnTo>
                      <a:pt x="1994" y="49"/>
                    </a:lnTo>
                    <a:lnTo>
                      <a:pt x="1974" y="51"/>
                    </a:lnTo>
                    <a:lnTo>
                      <a:pt x="1954" y="52"/>
                    </a:lnTo>
                    <a:lnTo>
                      <a:pt x="1951" y="52"/>
                    </a:lnTo>
                    <a:lnTo>
                      <a:pt x="1949" y="52"/>
                    </a:lnTo>
                    <a:lnTo>
                      <a:pt x="1937" y="53"/>
                    </a:lnTo>
                    <a:lnTo>
                      <a:pt x="1925" y="53"/>
                    </a:lnTo>
                    <a:lnTo>
                      <a:pt x="1908" y="54"/>
                    </a:lnTo>
                    <a:lnTo>
                      <a:pt x="1893" y="55"/>
                    </a:lnTo>
                    <a:lnTo>
                      <a:pt x="1877" y="56"/>
                    </a:lnTo>
                    <a:lnTo>
                      <a:pt x="1862" y="56"/>
                    </a:lnTo>
                    <a:lnTo>
                      <a:pt x="1858" y="57"/>
                    </a:lnTo>
                    <a:lnTo>
                      <a:pt x="1852" y="57"/>
                    </a:lnTo>
                    <a:lnTo>
                      <a:pt x="1845" y="57"/>
                    </a:lnTo>
                    <a:lnTo>
                      <a:pt x="1837" y="58"/>
                    </a:lnTo>
                    <a:lnTo>
                      <a:pt x="1814" y="59"/>
                    </a:lnTo>
                    <a:lnTo>
                      <a:pt x="1792" y="60"/>
                    </a:lnTo>
                    <a:lnTo>
                      <a:pt x="1769" y="61"/>
                    </a:lnTo>
                    <a:lnTo>
                      <a:pt x="1747" y="62"/>
                    </a:lnTo>
                    <a:lnTo>
                      <a:pt x="1739" y="63"/>
                    </a:lnTo>
                    <a:lnTo>
                      <a:pt x="1732" y="63"/>
                    </a:lnTo>
                    <a:lnTo>
                      <a:pt x="1728" y="63"/>
                    </a:lnTo>
                    <a:lnTo>
                      <a:pt x="1724" y="64"/>
                    </a:lnTo>
                    <a:lnTo>
                      <a:pt x="1695" y="65"/>
                    </a:lnTo>
                    <a:lnTo>
                      <a:pt x="1667" y="67"/>
                    </a:lnTo>
                    <a:lnTo>
                      <a:pt x="1638" y="68"/>
                    </a:lnTo>
                    <a:lnTo>
                      <a:pt x="1610" y="70"/>
                    </a:lnTo>
                    <a:lnTo>
                      <a:pt x="1606" y="70"/>
                    </a:lnTo>
                    <a:lnTo>
                      <a:pt x="1602" y="70"/>
                    </a:lnTo>
                    <a:lnTo>
                      <a:pt x="1596" y="71"/>
                    </a:lnTo>
                    <a:lnTo>
                      <a:pt x="1591" y="71"/>
                    </a:lnTo>
                    <a:lnTo>
                      <a:pt x="1556" y="73"/>
                    </a:lnTo>
                    <a:lnTo>
                      <a:pt x="1521" y="75"/>
                    </a:lnTo>
                    <a:lnTo>
                      <a:pt x="1485" y="77"/>
                    </a:lnTo>
                    <a:lnTo>
                      <a:pt x="1450" y="80"/>
                    </a:lnTo>
                    <a:lnTo>
                      <a:pt x="1448" y="80"/>
                    </a:lnTo>
                    <a:lnTo>
                      <a:pt x="1445" y="80"/>
                    </a:lnTo>
                    <a:lnTo>
                      <a:pt x="1436" y="81"/>
                    </a:lnTo>
                    <a:lnTo>
                      <a:pt x="1427" y="81"/>
                    </a:lnTo>
                    <a:lnTo>
                      <a:pt x="1412" y="82"/>
                    </a:lnTo>
                    <a:lnTo>
                      <a:pt x="1399" y="83"/>
                    </a:lnTo>
                    <a:lnTo>
                      <a:pt x="1385" y="84"/>
                    </a:lnTo>
                    <a:lnTo>
                      <a:pt x="1372" y="86"/>
                    </a:lnTo>
                    <a:lnTo>
                      <a:pt x="1357" y="87"/>
                    </a:lnTo>
                    <a:lnTo>
                      <a:pt x="1341" y="88"/>
                    </a:lnTo>
                    <a:lnTo>
                      <a:pt x="1330" y="89"/>
                    </a:lnTo>
                    <a:lnTo>
                      <a:pt x="1318" y="89"/>
                    </a:lnTo>
                    <a:lnTo>
                      <a:pt x="1306" y="90"/>
                    </a:lnTo>
                    <a:lnTo>
                      <a:pt x="1295" y="91"/>
                    </a:lnTo>
                    <a:lnTo>
                      <a:pt x="1287" y="92"/>
                    </a:lnTo>
                    <a:lnTo>
                      <a:pt x="1278" y="92"/>
                    </a:lnTo>
                    <a:lnTo>
                      <a:pt x="1270" y="93"/>
                    </a:lnTo>
                    <a:lnTo>
                      <a:pt x="1262" y="93"/>
                    </a:lnTo>
                    <a:lnTo>
                      <a:pt x="1247" y="94"/>
                    </a:lnTo>
                    <a:lnTo>
                      <a:pt x="1234" y="95"/>
                    </a:lnTo>
                    <a:lnTo>
                      <a:pt x="1220" y="96"/>
                    </a:lnTo>
                    <a:lnTo>
                      <a:pt x="1206" y="97"/>
                    </a:lnTo>
                    <a:lnTo>
                      <a:pt x="1193" y="98"/>
                    </a:lnTo>
                    <a:lnTo>
                      <a:pt x="1180" y="99"/>
                    </a:lnTo>
                    <a:lnTo>
                      <a:pt x="1160" y="101"/>
                    </a:lnTo>
                    <a:lnTo>
                      <a:pt x="1140" y="102"/>
                    </a:lnTo>
                    <a:lnTo>
                      <a:pt x="1121" y="104"/>
                    </a:lnTo>
                    <a:lnTo>
                      <a:pt x="1100" y="106"/>
                    </a:lnTo>
                    <a:lnTo>
                      <a:pt x="1080" y="107"/>
                    </a:lnTo>
                    <a:lnTo>
                      <a:pt x="1061" y="109"/>
                    </a:lnTo>
                    <a:lnTo>
                      <a:pt x="1042" y="110"/>
                    </a:lnTo>
                    <a:lnTo>
                      <a:pt x="1023" y="112"/>
                    </a:lnTo>
                    <a:lnTo>
                      <a:pt x="1013" y="113"/>
                    </a:lnTo>
                    <a:lnTo>
                      <a:pt x="1004" y="114"/>
                    </a:lnTo>
                    <a:lnTo>
                      <a:pt x="990" y="115"/>
                    </a:lnTo>
                    <a:lnTo>
                      <a:pt x="975" y="116"/>
                    </a:lnTo>
                    <a:lnTo>
                      <a:pt x="962" y="117"/>
                    </a:lnTo>
                    <a:lnTo>
                      <a:pt x="947" y="120"/>
                    </a:lnTo>
                    <a:lnTo>
                      <a:pt x="942" y="120"/>
                    </a:lnTo>
                    <a:lnTo>
                      <a:pt x="937" y="120"/>
                    </a:lnTo>
                    <a:lnTo>
                      <a:pt x="931" y="121"/>
                    </a:lnTo>
                    <a:lnTo>
                      <a:pt x="924" y="122"/>
                    </a:lnTo>
                    <a:lnTo>
                      <a:pt x="912" y="123"/>
                    </a:lnTo>
                    <a:lnTo>
                      <a:pt x="901" y="124"/>
                    </a:lnTo>
                    <a:lnTo>
                      <a:pt x="890" y="125"/>
                    </a:lnTo>
                    <a:lnTo>
                      <a:pt x="878" y="126"/>
                    </a:lnTo>
                    <a:lnTo>
                      <a:pt x="865" y="127"/>
                    </a:lnTo>
                    <a:lnTo>
                      <a:pt x="853" y="128"/>
                    </a:lnTo>
                    <a:lnTo>
                      <a:pt x="842" y="129"/>
                    </a:lnTo>
                    <a:lnTo>
                      <a:pt x="832" y="130"/>
                    </a:lnTo>
                    <a:lnTo>
                      <a:pt x="823" y="131"/>
                    </a:lnTo>
                    <a:lnTo>
                      <a:pt x="812" y="132"/>
                    </a:lnTo>
                    <a:lnTo>
                      <a:pt x="802" y="133"/>
                    </a:lnTo>
                    <a:lnTo>
                      <a:pt x="793" y="134"/>
                    </a:lnTo>
                    <a:lnTo>
                      <a:pt x="789" y="135"/>
                    </a:lnTo>
                    <a:lnTo>
                      <a:pt x="785" y="135"/>
                    </a:lnTo>
                    <a:lnTo>
                      <a:pt x="775" y="136"/>
                    </a:lnTo>
                    <a:lnTo>
                      <a:pt x="767" y="137"/>
                    </a:lnTo>
                    <a:lnTo>
                      <a:pt x="759" y="138"/>
                    </a:lnTo>
                    <a:lnTo>
                      <a:pt x="750" y="139"/>
                    </a:lnTo>
                    <a:lnTo>
                      <a:pt x="736" y="140"/>
                    </a:lnTo>
                    <a:lnTo>
                      <a:pt x="723" y="142"/>
                    </a:lnTo>
                    <a:lnTo>
                      <a:pt x="713" y="143"/>
                    </a:lnTo>
                    <a:lnTo>
                      <a:pt x="704" y="144"/>
                    </a:lnTo>
                    <a:lnTo>
                      <a:pt x="695" y="145"/>
                    </a:lnTo>
                    <a:lnTo>
                      <a:pt x="686" y="146"/>
                    </a:lnTo>
                    <a:lnTo>
                      <a:pt x="675" y="147"/>
                    </a:lnTo>
                    <a:lnTo>
                      <a:pt x="665" y="148"/>
                    </a:lnTo>
                    <a:lnTo>
                      <a:pt x="664" y="148"/>
                    </a:lnTo>
                    <a:lnTo>
                      <a:pt x="663" y="148"/>
                    </a:lnTo>
                    <a:lnTo>
                      <a:pt x="658" y="149"/>
                    </a:lnTo>
                    <a:lnTo>
                      <a:pt x="653" y="149"/>
                    </a:lnTo>
                    <a:lnTo>
                      <a:pt x="632" y="152"/>
                    </a:lnTo>
                    <a:lnTo>
                      <a:pt x="611" y="155"/>
                    </a:lnTo>
                    <a:lnTo>
                      <a:pt x="592" y="158"/>
                    </a:lnTo>
                    <a:lnTo>
                      <a:pt x="572" y="160"/>
                    </a:lnTo>
                    <a:lnTo>
                      <a:pt x="564" y="161"/>
                    </a:lnTo>
                    <a:lnTo>
                      <a:pt x="556" y="162"/>
                    </a:lnTo>
                    <a:lnTo>
                      <a:pt x="555" y="162"/>
                    </a:lnTo>
                    <a:lnTo>
                      <a:pt x="554" y="162"/>
                    </a:lnTo>
                    <a:lnTo>
                      <a:pt x="546" y="163"/>
                    </a:lnTo>
                    <a:lnTo>
                      <a:pt x="538" y="164"/>
                    </a:lnTo>
                    <a:lnTo>
                      <a:pt x="530" y="165"/>
                    </a:lnTo>
                    <a:lnTo>
                      <a:pt x="523" y="166"/>
                    </a:lnTo>
                    <a:lnTo>
                      <a:pt x="513" y="168"/>
                    </a:lnTo>
                    <a:lnTo>
                      <a:pt x="504" y="169"/>
                    </a:lnTo>
                    <a:lnTo>
                      <a:pt x="496" y="170"/>
                    </a:lnTo>
                    <a:lnTo>
                      <a:pt x="488" y="171"/>
                    </a:lnTo>
                    <a:lnTo>
                      <a:pt x="479" y="172"/>
                    </a:lnTo>
                    <a:lnTo>
                      <a:pt x="471" y="173"/>
                    </a:lnTo>
                    <a:lnTo>
                      <a:pt x="463" y="175"/>
                    </a:lnTo>
                    <a:lnTo>
                      <a:pt x="456" y="176"/>
                    </a:lnTo>
                    <a:lnTo>
                      <a:pt x="444" y="177"/>
                    </a:lnTo>
                    <a:lnTo>
                      <a:pt x="433" y="179"/>
                    </a:lnTo>
                    <a:lnTo>
                      <a:pt x="423" y="180"/>
                    </a:lnTo>
                    <a:lnTo>
                      <a:pt x="411" y="182"/>
                    </a:lnTo>
                    <a:lnTo>
                      <a:pt x="407" y="183"/>
                    </a:lnTo>
                    <a:lnTo>
                      <a:pt x="403" y="183"/>
                    </a:lnTo>
                    <a:lnTo>
                      <a:pt x="395" y="185"/>
                    </a:lnTo>
                    <a:lnTo>
                      <a:pt x="387" y="186"/>
                    </a:lnTo>
                    <a:lnTo>
                      <a:pt x="378" y="188"/>
                    </a:lnTo>
                    <a:lnTo>
                      <a:pt x="370" y="190"/>
                    </a:lnTo>
                    <a:lnTo>
                      <a:pt x="369" y="190"/>
                    </a:lnTo>
                    <a:lnTo>
                      <a:pt x="368" y="190"/>
                    </a:lnTo>
                    <a:lnTo>
                      <a:pt x="365" y="190"/>
                    </a:lnTo>
                    <a:lnTo>
                      <a:pt x="362" y="191"/>
                    </a:lnTo>
                    <a:lnTo>
                      <a:pt x="354" y="192"/>
                    </a:lnTo>
                    <a:lnTo>
                      <a:pt x="345" y="194"/>
                    </a:lnTo>
                    <a:lnTo>
                      <a:pt x="337" y="195"/>
                    </a:lnTo>
                    <a:lnTo>
                      <a:pt x="329" y="197"/>
                    </a:lnTo>
                    <a:lnTo>
                      <a:pt x="322" y="198"/>
                    </a:lnTo>
                    <a:lnTo>
                      <a:pt x="315" y="199"/>
                    </a:lnTo>
                    <a:lnTo>
                      <a:pt x="305" y="201"/>
                    </a:lnTo>
                    <a:lnTo>
                      <a:pt x="295" y="202"/>
                    </a:lnTo>
                    <a:lnTo>
                      <a:pt x="293" y="203"/>
                    </a:lnTo>
                    <a:lnTo>
                      <a:pt x="291" y="203"/>
                    </a:lnTo>
                    <a:lnTo>
                      <a:pt x="284" y="205"/>
                    </a:lnTo>
                    <a:lnTo>
                      <a:pt x="277" y="206"/>
                    </a:lnTo>
                    <a:lnTo>
                      <a:pt x="266" y="208"/>
                    </a:lnTo>
                    <a:lnTo>
                      <a:pt x="255" y="210"/>
                    </a:lnTo>
                    <a:lnTo>
                      <a:pt x="249" y="212"/>
                    </a:lnTo>
                    <a:lnTo>
                      <a:pt x="241" y="213"/>
                    </a:lnTo>
                    <a:lnTo>
                      <a:pt x="235" y="214"/>
                    </a:lnTo>
                    <a:lnTo>
                      <a:pt x="229" y="216"/>
                    </a:lnTo>
                    <a:lnTo>
                      <a:pt x="225" y="216"/>
                    </a:lnTo>
                    <a:lnTo>
                      <a:pt x="222" y="217"/>
                    </a:lnTo>
                    <a:lnTo>
                      <a:pt x="216" y="218"/>
                    </a:lnTo>
                    <a:lnTo>
                      <a:pt x="208" y="220"/>
                    </a:lnTo>
                    <a:lnTo>
                      <a:pt x="200" y="223"/>
                    </a:lnTo>
                    <a:lnTo>
                      <a:pt x="191" y="225"/>
                    </a:lnTo>
                    <a:lnTo>
                      <a:pt x="185" y="226"/>
                    </a:lnTo>
                    <a:lnTo>
                      <a:pt x="179" y="228"/>
                    </a:lnTo>
                    <a:lnTo>
                      <a:pt x="175" y="229"/>
                    </a:lnTo>
                    <a:lnTo>
                      <a:pt x="171" y="230"/>
                    </a:lnTo>
                    <a:lnTo>
                      <a:pt x="167" y="231"/>
                    </a:lnTo>
                    <a:lnTo>
                      <a:pt x="162" y="232"/>
                    </a:lnTo>
                    <a:lnTo>
                      <a:pt x="156" y="233"/>
                    </a:lnTo>
                    <a:lnTo>
                      <a:pt x="151" y="235"/>
                    </a:lnTo>
                    <a:lnTo>
                      <a:pt x="142" y="237"/>
                    </a:lnTo>
                    <a:lnTo>
                      <a:pt x="134" y="239"/>
                    </a:lnTo>
                    <a:lnTo>
                      <a:pt x="130" y="241"/>
                    </a:lnTo>
                    <a:lnTo>
                      <a:pt x="125" y="242"/>
                    </a:lnTo>
                    <a:lnTo>
                      <a:pt x="124" y="242"/>
                    </a:lnTo>
                    <a:lnTo>
                      <a:pt x="122" y="243"/>
                    </a:lnTo>
                    <a:lnTo>
                      <a:pt x="122" y="243"/>
                    </a:lnTo>
                    <a:lnTo>
                      <a:pt x="122" y="243"/>
                    </a:lnTo>
                    <a:lnTo>
                      <a:pt x="116" y="245"/>
                    </a:lnTo>
                    <a:lnTo>
                      <a:pt x="109" y="247"/>
                    </a:lnTo>
                    <a:lnTo>
                      <a:pt x="105" y="248"/>
                    </a:lnTo>
                    <a:lnTo>
                      <a:pt x="102" y="249"/>
                    </a:lnTo>
                    <a:lnTo>
                      <a:pt x="92" y="252"/>
                    </a:lnTo>
                    <a:lnTo>
                      <a:pt x="83" y="257"/>
                    </a:lnTo>
                    <a:lnTo>
                      <a:pt x="82" y="257"/>
                    </a:lnTo>
                    <a:lnTo>
                      <a:pt x="81" y="257"/>
                    </a:lnTo>
                    <a:lnTo>
                      <a:pt x="71" y="261"/>
                    </a:lnTo>
                    <a:lnTo>
                      <a:pt x="62" y="265"/>
                    </a:lnTo>
                    <a:lnTo>
                      <a:pt x="60" y="266"/>
                    </a:lnTo>
                    <a:lnTo>
                      <a:pt x="58" y="267"/>
                    </a:lnTo>
                    <a:lnTo>
                      <a:pt x="53" y="269"/>
                    </a:lnTo>
                    <a:lnTo>
                      <a:pt x="48" y="271"/>
                    </a:lnTo>
                    <a:lnTo>
                      <a:pt x="47" y="272"/>
                    </a:lnTo>
                    <a:lnTo>
                      <a:pt x="46" y="272"/>
                    </a:lnTo>
                    <a:lnTo>
                      <a:pt x="43" y="273"/>
                    </a:lnTo>
                    <a:lnTo>
                      <a:pt x="40" y="275"/>
                    </a:lnTo>
                    <a:lnTo>
                      <a:pt x="36" y="277"/>
                    </a:lnTo>
                    <a:lnTo>
                      <a:pt x="32" y="279"/>
                    </a:lnTo>
                    <a:lnTo>
                      <a:pt x="30" y="281"/>
                    </a:lnTo>
                    <a:lnTo>
                      <a:pt x="27" y="283"/>
                    </a:lnTo>
                    <a:lnTo>
                      <a:pt x="25" y="284"/>
                    </a:lnTo>
                    <a:lnTo>
                      <a:pt x="23" y="285"/>
                    </a:lnTo>
                    <a:lnTo>
                      <a:pt x="22" y="286"/>
                    </a:lnTo>
                    <a:lnTo>
                      <a:pt x="21" y="287"/>
                    </a:lnTo>
                    <a:lnTo>
                      <a:pt x="19" y="289"/>
                    </a:lnTo>
                    <a:lnTo>
                      <a:pt x="17" y="291"/>
                    </a:lnTo>
                    <a:lnTo>
                      <a:pt x="14" y="293"/>
                    </a:lnTo>
                    <a:lnTo>
                      <a:pt x="12" y="296"/>
                    </a:lnTo>
                    <a:lnTo>
                      <a:pt x="9" y="297"/>
                    </a:lnTo>
                    <a:lnTo>
                      <a:pt x="8" y="299"/>
                    </a:lnTo>
                    <a:lnTo>
                      <a:pt x="7" y="300"/>
                    </a:lnTo>
                    <a:lnTo>
                      <a:pt x="6" y="301"/>
                    </a:lnTo>
                    <a:lnTo>
                      <a:pt x="6" y="302"/>
                    </a:lnTo>
                    <a:lnTo>
                      <a:pt x="5" y="303"/>
                    </a:lnTo>
                    <a:lnTo>
                      <a:pt x="2" y="308"/>
                    </a:lnTo>
                    <a:lnTo>
                      <a:pt x="0" y="313"/>
                    </a:lnTo>
                    <a:lnTo>
                      <a:pt x="0" y="315"/>
                    </a:lnTo>
                    <a:lnTo>
                      <a:pt x="0" y="317"/>
                    </a:lnTo>
                    <a:lnTo>
                      <a:pt x="0" y="319"/>
                    </a:lnTo>
                    <a:lnTo>
                      <a:pt x="0" y="320"/>
                    </a:lnTo>
                    <a:lnTo>
                      <a:pt x="0" y="322"/>
                    </a:lnTo>
                    <a:lnTo>
                      <a:pt x="0" y="323"/>
                    </a:lnTo>
                    <a:lnTo>
                      <a:pt x="1" y="328"/>
                    </a:lnTo>
                    <a:lnTo>
                      <a:pt x="3" y="332"/>
                    </a:lnTo>
                    <a:lnTo>
                      <a:pt x="88" y="491"/>
                    </a:lnTo>
                    <a:lnTo>
                      <a:pt x="171" y="651"/>
                    </a:lnTo>
                    <a:lnTo>
                      <a:pt x="256" y="811"/>
                    </a:lnTo>
                    <a:lnTo>
                      <a:pt x="340" y="970"/>
                    </a:lnTo>
                    <a:lnTo>
                      <a:pt x="424" y="1130"/>
                    </a:lnTo>
                    <a:lnTo>
                      <a:pt x="508" y="1290"/>
                    </a:lnTo>
                    <a:lnTo>
                      <a:pt x="593" y="1449"/>
                    </a:lnTo>
                    <a:lnTo>
                      <a:pt x="677" y="1609"/>
                    </a:lnTo>
                    <a:lnTo>
                      <a:pt x="761" y="1769"/>
                    </a:lnTo>
                    <a:lnTo>
                      <a:pt x="845" y="1928"/>
                    </a:lnTo>
                    <a:lnTo>
                      <a:pt x="930" y="2088"/>
                    </a:lnTo>
                    <a:lnTo>
                      <a:pt x="1014" y="2248"/>
                    </a:lnTo>
                    <a:lnTo>
                      <a:pt x="1098" y="2407"/>
                    </a:lnTo>
                    <a:lnTo>
                      <a:pt x="1182" y="2567"/>
                    </a:lnTo>
                    <a:lnTo>
                      <a:pt x="1267" y="2727"/>
                    </a:lnTo>
                    <a:lnTo>
                      <a:pt x="1351" y="2886"/>
                    </a:lnTo>
                    <a:lnTo>
                      <a:pt x="1351" y="2887"/>
                    </a:lnTo>
                    <a:lnTo>
                      <a:pt x="1353" y="2888"/>
                    </a:lnTo>
                    <a:lnTo>
                      <a:pt x="1354" y="2891"/>
                    </a:lnTo>
                    <a:lnTo>
                      <a:pt x="1355" y="2892"/>
                    </a:lnTo>
                    <a:lnTo>
                      <a:pt x="1355" y="2892"/>
                    </a:lnTo>
                    <a:lnTo>
                      <a:pt x="1356" y="2893"/>
                    </a:lnTo>
                    <a:lnTo>
                      <a:pt x="1357" y="2894"/>
                    </a:lnTo>
                    <a:lnTo>
                      <a:pt x="1358" y="2895"/>
                    </a:lnTo>
                    <a:lnTo>
                      <a:pt x="1358" y="2895"/>
                    </a:lnTo>
                    <a:lnTo>
                      <a:pt x="1358" y="2895"/>
                    </a:lnTo>
                    <a:lnTo>
                      <a:pt x="1359" y="2896"/>
                    </a:lnTo>
                    <a:lnTo>
                      <a:pt x="1360" y="2897"/>
                    </a:lnTo>
                    <a:lnTo>
                      <a:pt x="1361" y="2898"/>
                    </a:lnTo>
                    <a:lnTo>
                      <a:pt x="1362" y="2898"/>
                    </a:lnTo>
                    <a:lnTo>
                      <a:pt x="1363" y="2899"/>
                    </a:lnTo>
                    <a:lnTo>
                      <a:pt x="1364" y="2900"/>
                    </a:lnTo>
                    <a:lnTo>
                      <a:pt x="1366" y="2901"/>
                    </a:lnTo>
                    <a:lnTo>
                      <a:pt x="1367" y="2902"/>
                    </a:lnTo>
                    <a:lnTo>
                      <a:pt x="1368" y="2903"/>
                    </a:lnTo>
                    <a:lnTo>
                      <a:pt x="1369" y="2904"/>
                    </a:lnTo>
                    <a:lnTo>
                      <a:pt x="1371" y="2905"/>
                    </a:lnTo>
                    <a:lnTo>
                      <a:pt x="1373" y="2906"/>
                    </a:lnTo>
                    <a:lnTo>
                      <a:pt x="1374" y="2907"/>
                    </a:lnTo>
                    <a:lnTo>
                      <a:pt x="1376" y="2908"/>
                    </a:lnTo>
                    <a:lnTo>
                      <a:pt x="1378" y="2909"/>
                    </a:lnTo>
                    <a:lnTo>
                      <a:pt x="1379" y="2909"/>
                    </a:lnTo>
                    <a:lnTo>
                      <a:pt x="1381" y="2911"/>
                    </a:lnTo>
                    <a:lnTo>
                      <a:pt x="1384" y="2912"/>
                    </a:lnTo>
                    <a:lnTo>
                      <a:pt x="1385" y="2912"/>
                    </a:lnTo>
                    <a:lnTo>
                      <a:pt x="1387" y="2913"/>
                    </a:lnTo>
                    <a:lnTo>
                      <a:pt x="1390" y="2914"/>
                    </a:lnTo>
                    <a:lnTo>
                      <a:pt x="1392" y="2915"/>
                    </a:lnTo>
                    <a:lnTo>
                      <a:pt x="1395" y="2916"/>
                    </a:lnTo>
                    <a:lnTo>
                      <a:pt x="1397" y="2917"/>
                    </a:lnTo>
                    <a:lnTo>
                      <a:pt x="1398" y="2918"/>
                    </a:lnTo>
                    <a:lnTo>
                      <a:pt x="1399" y="2918"/>
                    </a:lnTo>
                    <a:lnTo>
                      <a:pt x="1403" y="2919"/>
                    </a:lnTo>
                    <a:lnTo>
                      <a:pt x="1406" y="2921"/>
                    </a:lnTo>
                    <a:lnTo>
                      <a:pt x="1409" y="2922"/>
                    </a:lnTo>
                    <a:lnTo>
                      <a:pt x="1412" y="2924"/>
                    </a:lnTo>
                    <a:lnTo>
                      <a:pt x="1412" y="2924"/>
                    </a:lnTo>
                    <a:lnTo>
                      <a:pt x="1413" y="2924"/>
                    </a:lnTo>
                    <a:lnTo>
                      <a:pt x="1416" y="2925"/>
                    </a:lnTo>
                    <a:lnTo>
                      <a:pt x="1418" y="2926"/>
                    </a:lnTo>
                    <a:lnTo>
                      <a:pt x="1422" y="2927"/>
                    </a:lnTo>
                    <a:lnTo>
                      <a:pt x="1425" y="2928"/>
                    </a:lnTo>
                    <a:lnTo>
                      <a:pt x="1427" y="2928"/>
                    </a:lnTo>
                    <a:lnTo>
                      <a:pt x="1429" y="2929"/>
                    </a:lnTo>
                    <a:lnTo>
                      <a:pt x="1429" y="2929"/>
                    </a:lnTo>
                    <a:lnTo>
                      <a:pt x="1429" y="2929"/>
                    </a:lnTo>
                    <a:lnTo>
                      <a:pt x="1433" y="2930"/>
                    </a:lnTo>
                    <a:lnTo>
                      <a:pt x="1437" y="2931"/>
                    </a:lnTo>
                    <a:lnTo>
                      <a:pt x="1441" y="2933"/>
                    </a:lnTo>
                    <a:lnTo>
                      <a:pt x="1446" y="2934"/>
                    </a:lnTo>
                    <a:lnTo>
                      <a:pt x="1447" y="2934"/>
                    </a:lnTo>
                    <a:lnTo>
                      <a:pt x="1447" y="2934"/>
                    </a:lnTo>
                    <a:lnTo>
                      <a:pt x="1449" y="2935"/>
                    </a:lnTo>
                    <a:lnTo>
                      <a:pt x="1452" y="2936"/>
                    </a:lnTo>
                    <a:lnTo>
                      <a:pt x="1454" y="2936"/>
                    </a:lnTo>
                    <a:lnTo>
                      <a:pt x="1456" y="2936"/>
                    </a:lnTo>
                    <a:lnTo>
                      <a:pt x="1461" y="2938"/>
                    </a:lnTo>
                    <a:lnTo>
                      <a:pt x="1466" y="2939"/>
                    </a:lnTo>
                    <a:lnTo>
                      <a:pt x="1467" y="2939"/>
                    </a:lnTo>
                    <a:lnTo>
                      <a:pt x="1468" y="2940"/>
                    </a:lnTo>
                    <a:lnTo>
                      <a:pt x="1472" y="2941"/>
                    </a:lnTo>
                    <a:lnTo>
                      <a:pt x="1476" y="2942"/>
                    </a:lnTo>
                    <a:lnTo>
                      <a:pt x="1481" y="2943"/>
                    </a:lnTo>
                    <a:lnTo>
                      <a:pt x="1487" y="2944"/>
                    </a:lnTo>
                    <a:lnTo>
                      <a:pt x="1489" y="2944"/>
                    </a:lnTo>
                    <a:lnTo>
                      <a:pt x="1491" y="2945"/>
                    </a:lnTo>
                    <a:lnTo>
                      <a:pt x="1495" y="2946"/>
                    </a:lnTo>
                    <a:lnTo>
                      <a:pt x="1499" y="2947"/>
                    </a:lnTo>
                    <a:lnTo>
                      <a:pt x="1504" y="2948"/>
                    </a:lnTo>
                    <a:lnTo>
                      <a:pt x="1508" y="2949"/>
                    </a:lnTo>
                    <a:lnTo>
                      <a:pt x="1511" y="2949"/>
                    </a:lnTo>
                    <a:lnTo>
                      <a:pt x="1514" y="2950"/>
                    </a:lnTo>
                    <a:lnTo>
                      <a:pt x="1519" y="2951"/>
                    </a:lnTo>
                    <a:lnTo>
                      <a:pt x="1524" y="2952"/>
                    </a:lnTo>
                    <a:lnTo>
                      <a:pt x="1529" y="2953"/>
                    </a:lnTo>
                    <a:lnTo>
                      <a:pt x="1533" y="2954"/>
                    </a:lnTo>
                    <a:lnTo>
                      <a:pt x="1537" y="2954"/>
                    </a:lnTo>
                    <a:lnTo>
                      <a:pt x="1540" y="2955"/>
                    </a:lnTo>
                    <a:lnTo>
                      <a:pt x="1545" y="2956"/>
                    </a:lnTo>
                    <a:lnTo>
                      <a:pt x="1550" y="2958"/>
                    </a:lnTo>
                    <a:lnTo>
                      <a:pt x="1555" y="2959"/>
                    </a:lnTo>
                    <a:lnTo>
                      <a:pt x="1558" y="2959"/>
                    </a:lnTo>
                    <a:lnTo>
                      <a:pt x="1563" y="2960"/>
                    </a:lnTo>
                    <a:lnTo>
                      <a:pt x="1568" y="2961"/>
                    </a:lnTo>
                    <a:lnTo>
                      <a:pt x="1573" y="2962"/>
                    </a:lnTo>
                    <a:lnTo>
                      <a:pt x="1578" y="2963"/>
                    </a:lnTo>
                    <a:lnTo>
                      <a:pt x="1581" y="2964"/>
                    </a:lnTo>
                    <a:lnTo>
                      <a:pt x="1585" y="2964"/>
                    </a:lnTo>
                    <a:lnTo>
                      <a:pt x="1592" y="2965"/>
                    </a:lnTo>
                    <a:lnTo>
                      <a:pt x="1598" y="2966"/>
                    </a:lnTo>
                    <a:lnTo>
                      <a:pt x="1603" y="2967"/>
                    </a:lnTo>
                    <a:lnTo>
                      <a:pt x="1608" y="2968"/>
                    </a:lnTo>
                    <a:lnTo>
                      <a:pt x="1611" y="2968"/>
                    </a:lnTo>
                    <a:lnTo>
                      <a:pt x="1613" y="2969"/>
                    </a:lnTo>
                    <a:lnTo>
                      <a:pt x="1621" y="2970"/>
                    </a:lnTo>
                    <a:lnTo>
                      <a:pt x="1628" y="2971"/>
                    </a:lnTo>
                    <a:lnTo>
                      <a:pt x="1633" y="2972"/>
                    </a:lnTo>
                    <a:lnTo>
                      <a:pt x="1638" y="2973"/>
                    </a:lnTo>
                    <a:lnTo>
                      <a:pt x="1641" y="2973"/>
                    </a:lnTo>
                    <a:lnTo>
                      <a:pt x="1645" y="2974"/>
                    </a:lnTo>
                    <a:lnTo>
                      <a:pt x="1651" y="2975"/>
                    </a:lnTo>
                    <a:lnTo>
                      <a:pt x="1658" y="2975"/>
                    </a:lnTo>
                    <a:lnTo>
                      <a:pt x="1665" y="2976"/>
                    </a:lnTo>
                    <a:lnTo>
                      <a:pt x="1671" y="2977"/>
                    </a:lnTo>
                    <a:lnTo>
                      <a:pt x="1675" y="2978"/>
                    </a:lnTo>
                    <a:lnTo>
                      <a:pt x="1679" y="2978"/>
                    </a:lnTo>
                    <a:lnTo>
                      <a:pt x="1684" y="2979"/>
                    </a:lnTo>
                    <a:lnTo>
                      <a:pt x="1691" y="2980"/>
                    </a:lnTo>
                    <a:lnTo>
                      <a:pt x="1698" y="2981"/>
                    </a:lnTo>
                    <a:lnTo>
                      <a:pt x="1706" y="2982"/>
                    </a:lnTo>
                    <a:lnTo>
                      <a:pt x="1710" y="2983"/>
                    </a:lnTo>
                    <a:lnTo>
                      <a:pt x="1714" y="2983"/>
                    </a:lnTo>
                    <a:lnTo>
                      <a:pt x="1718" y="2984"/>
                    </a:lnTo>
                    <a:lnTo>
                      <a:pt x="1724" y="2984"/>
                    </a:lnTo>
                    <a:lnTo>
                      <a:pt x="1733" y="2986"/>
                    </a:lnTo>
                    <a:lnTo>
                      <a:pt x="1742" y="2987"/>
                    </a:lnTo>
                    <a:lnTo>
                      <a:pt x="1750" y="2988"/>
                    </a:lnTo>
                    <a:lnTo>
                      <a:pt x="1760" y="2989"/>
                    </a:lnTo>
                    <a:lnTo>
                      <a:pt x="1769" y="2990"/>
                    </a:lnTo>
                    <a:lnTo>
                      <a:pt x="1778" y="2992"/>
                    </a:lnTo>
                    <a:lnTo>
                      <a:pt x="1783" y="2993"/>
                    </a:lnTo>
                    <a:lnTo>
                      <a:pt x="1787" y="2993"/>
                    </a:lnTo>
                    <a:lnTo>
                      <a:pt x="1793" y="2994"/>
                    </a:lnTo>
                    <a:lnTo>
                      <a:pt x="1798" y="2994"/>
                    </a:lnTo>
                    <a:lnTo>
                      <a:pt x="1807" y="2995"/>
                    </a:lnTo>
                    <a:lnTo>
                      <a:pt x="1815" y="2996"/>
                    </a:lnTo>
                    <a:lnTo>
                      <a:pt x="1821" y="2997"/>
                    </a:lnTo>
                    <a:lnTo>
                      <a:pt x="1828" y="2998"/>
                    </a:lnTo>
                    <a:lnTo>
                      <a:pt x="1833" y="2998"/>
                    </a:lnTo>
                    <a:lnTo>
                      <a:pt x="1838" y="2999"/>
                    </a:lnTo>
                    <a:lnTo>
                      <a:pt x="1846" y="3000"/>
                    </a:lnTo>
                    <a:lnTo>
                      <a:pt x="1854" y="3001"/>
                    </a:lnTo>
                    <a:lnTo>
                      <a:pt x="1862" y="3001"/>
                    </a:lnTo>
                    <a:lnTo>
                      <a:pt x="1870" y="3002"/>
                    </a:lnTo>
                    <a:lnTo>
                      <a:pt x="1874" y="3003"/>
                    </a:lnTo>
                    <a:lnTo>
                      <a:pt x="1879" y="3003"/>
                    </a:lnTo>
                    <a:lnTo>
                      <a:pt x="1886" y="3004"/>
                    </a:lnTo>
                    <a:lnTo>
                      <a:pt x="1894" y="3005"/>
                    </a:lnTo>
                    <a:lnTo>
                      <a:pt x="1903" y="3006"/>
                    </a:lnTo>
                    <a:lnTo>
                      <a:pt x="1912" y="3007"/>
                    </a:lnTo>
                    <a:lnTo>
                      <a:pt x="1916" y="3007"/>
                    </a:lnTo>
                    <a:lnTo>
                      <a:pt x="1920" y="3007"/>
                    </a:lnTo>
                    <a:lnTo>
                      <a:pt x="1928" y="3008"/>
                    </a:lnTo>
                    <a:lnTo>
                      <a:pt x="1936" y="3009"/>
                    </a:lnTo>
                    <a:lnTo>
                      <a:pt x="1945" y="3010"/>
                    </a:lnTo>
                    <a:lnTo>
                      <a:pt x="1953" y="3011"/>
                    </a:lnTo>
                    <a:lnTo>
                      <a:pt x="1960" y="3011"/>
                    </a:lnTo>
                    <a:lnTo>
                      <a:pt x="1965" y="3012"/>
                    </a:lnTo>
                    <a:lnTo>
                      <a:pt x="1973" y="3012"/>
                    </a:lnTo>
                    <a:lnTo>
                      <a:pt x="1981" y="3013"/>
                    </a:lnTo>
                    <a:lnTo>
                      <a:pt x="1988" y="3014"/>
                    </a:lnTo>
                    <a:lnTo>
                      <a:pt x="1997" y="3015"/>
                    </a:lnTo>
                    <a:lnTo>
                      <a:pt x="2004" y="3015"/>
                    </a:lnTo>
                    <a:lnTo>
                      <a:pt x="2011" y="3016"/>
                    </a:lnTo>
                    <a:lnTo>
                      <a:pt x="2019" y="3017"/>
                    </a:lnTo>
                    <a:lnTo>
                      <a:pt x="2028" y="3017"/>
                    </a:lnTo>
                    <a:lnTo>
                      <a:pt x="2034" y="3018"/>
                    </a:lnTo>
                    <a:lnTo>
                      <a:pt x="2041" y="3018"/>
                    </a:lnTo>
                    <a:lnTo>
                      <a:pt x="2049" y="3019"/>
                    </a:lnTo>
                    <a:lnTo>
                      <a:pt x="2059" y="3020"/>
                    </a:lnTo>
                    <a:lnTo>
                      <a:pt x="2067" y="3021"/>
                    </a:lnTo>
                    <a:lnTo>
                      <a:pt x="2075" y="3021"/>
                    </a:lnTo>
                    <a:lnTo>
                      <a:pt x="2081" y="3022"/>
                    </a:lnTo>
                    <a:lnTo>
                      <a:pt x="2086" y="3022"/>
                    </a:lnTo>
                    <a:lnTo>
                      <a:pt x="2097" y="3023"/>
                    </a:lnTo>
                    <a:lnTo>
                      <a:pt x="2107" y="3024"/>
                    </a:lnTo>
                    <a:lnTo>
                      <a:pt x="2116" y="3026"/>
                    </a:lnTo>
                    <a:lnTo>
                      <a:pt x="2126" y="3026"/>
                    </a:lnTo>
                    <a:lnTo>
                      <a:pt x="2130" y="3027"/>
                    </a:lnTo>
                    <a:lnTo>
                      <a:pt x="2133" y="3027"/>
                    </a:lnTo>
                    <a:lnTo>
                      <a:pt x="2145" y="3028"/>
                    </a:lnTo>
                    <a:lnTo>
                      <a:pt x="2159" y="3029"/>
                    </a:lnTo>
                    <a:lnTo>
                      <a:pt x="2167" y="3030"/>
                    </a:lnTo>
                    <a:lnTo>
                      <a:pt x="2176" y="3030"/>
                    </a:lnTo>
                    <a:lnTo>
                      <a:pt x="2178" y="3030"/>
                    </a:lnTo>
                    <a:lnTo>
                      <a:pt x="2181" y="3031"/>
                    </a:lnTo>
                    <a:lnTo>
                      <a:pt x="2188" y="3031"/>
                    </a:lnTo>
                    <a:lnTo>
                      <a:pt x="2197" y="3032"/>
                    </a:lnTo>
                    <a:lnTo>
                      <a:pt x="2205" y="3032"/>
                    </a:lnTo>
                    <a:lnTo>
                      <a:pt x="2213" y="3033"/>
                    </a:lnTo>
                    <a:lnTo>
                      <a:pt x="2221" y="3034"/>
                    </a:lnTo>
                    <a:lnTo>
                      <a:pt x="2231" y="3034"/>
                    </a:lnTo>
                    <a:lnTo>
                      <a:pt x="2240" y="3035"/>
                    </a:lnTo>
                    <a:lnTo>
                      <a:pt x="2249" y="3036"/>
                    </a:lnTo>
                    <a:lnTo>
                      <a:pt x="2259" y="3036"/>
                    </a:lnTo>
                    <a:lnTo>
                      <a:pt x="2268" y="3037"/>
                    </a:lnTo>
                    <a:lnTo>
                      <a:pt x="2274" y="3037"/>
                    </a:lnTo>
                    <a:lnTo>
                      <a:pt x="2280" y="3038"/>
                    </a:lnTo>
                    <a:lnTo>
                      <a:pt x="2281" y="3038"/>
                    </a:lnTo>
                    <a:lnTo>
                      <a:pt x="2283" y="3038"/>
                    </a:lnTo>
                    <a:lnTo>
                      <a:pt x="2283" y="3038"/>
                    </a:lnTo>
                    <a:lnTo>
                      <a:pt x="2284" y="3038"/>
                    </a:lnTo>
                    <a:lnTo>
                      <a:pt x="2294" y="3039"/>
                    </a:lnTo>
                    <a:lnTo>
                      <a:pt x="2304" y="3039"/>
                    </a:lnTo>
                    <a:lnTo>
                      <a:pt x="2313" y="3040"/>
                    </a:lnTo>
                    <a:lnTo>
                      <a:pt x="2323" y="3040"/>
                    </a:lnTo>
                    <a:lnTo>
                      <a:pt x="2328" y="3041"/>
                    </a:lnTo>
                    <a:lnTo>
                      <a:pt x="2332" y="3041"/>
                    </a:lnTo>
                    <a:lnTo>
                      <a:pt x="2335" y="3041"/>
                    </a:lnTo>
                    <a:lnTo>
                      <a:pt x="2338" y="3041"/>
                    </a:lnTo>
                    <a:lnTo>
                      <a:pt x="2345" y="3042"/>
                    </a:lnTo>
                    <a:lnTo>
                      <a:pt x="2352" y="3042"/>
                    </a:lnTo>
                    <a:lnTo>
                      <a:pt x="2363" y="3043"/>
                    </a:lnTo>
                    <a:lnTo>
                      <a:pt x="2373" y="3044"/>
                    </a:lnTo>
                    <a:lnTo>
                      <a:pt x="2384" y="3044"/>
                    </a:lnTo>
                    <a:lnTo>
                      <a:pt x="2395" y="3045"/>
                    </a:lnTo>
                    <a:lnTo>
                      <a:pt x="2403" y="3046"/>
                    </a:lnTo>
                    <a:lnTo>
                      <a:pt x="2412" y="3046"/>
                    </a:lnTo>
                    <a:lnTo>
                      <a:pt x="2426" y="3047"/>
                    </a:lnTo>
                    <a:lnTo>
                      <a:pt x="2439" y="3048"/>
                    </a:lnTo>
                    <a:lnTo>
                      <a:pt x="2441" y="3048"/>
                    </a:lnTo>
                    <a:lnTo>
                      <a:pt x="2443" y="3048"/>
                    </a:lnTo>
                    <a:lnTo>
                      <a:pt x="2448" y="3048"/>
                    </a:lnTo>
                    <a:lnTo>
                      <a:pt x="2452" y="3048"/>
                    </a:lnTo>
                    <a:lnTo>
                      <a:pt x="2456" y="3049"/>
                    </a:lnTo>
                    <a:lnTo>
                      <a:pt x="2461" y="3049"/>
                    </a:lnTo>
                    <a:lnTo>
                      <a:pt x="2463" y="3049"/>
                    </a:lnTo>
                    <a:lnTo>
                      <a:pt x="2465" y="3049"/>
                    </a:lnTo>
                    <a:lnTo>
                      <a:pt x="2479" y="3050"/>
                    </a:lnTo>
                    <a:lnTo>
                      <a:pt x="2494" y="3051"/>
                    </a:lnTo>
                    <a:lnTo>
                      <a:pt x="2500" y="3051"/>
                    </a:lnTo>
                    <a:lnTo>
                      <a:pt x="2505" y="3051"/>
                    </a:lnTo>
                    <a:lnTo>
                      <a:pt x="2516" y="3052"/>
                    </a:lnTo>
                    <a:lnTo>
                      <a:pt x="2528" y="3053"/>
                    </a:lnTo>
                    <a:lnTo>
                      <a:pt x="2538" y="3053"/>
                    </a:lnTo>
                    <a:lnTo>
                      <a:pt x="2549" y="3054"/>
                    </a:lnTo>
                    <a:lnTo>
                      <a:pt x="2557" y="3054"/>
                    </a:lnTo>
                    <a:lnTo>
                      <a:pt x="2566" y="3055"/>
                    </a:lnTo>
                    <a:lnTo>
                      <a:pt x="2576" y="3055"/>
                    </a:lnTo>
                    <a:lnTo>
                      <a:pt x="2586" y="3056"/>
                    </a:lnTo>
                    <a:lnTo>
                      <a:pt x="2596" y="3056"/>
                    </a:lnTo>
                    <a:lnTo>
                      <a:pt x="2606" y="3057"/>
                    </a:lnTo>
                    <a:lnTo>
                      <a:pt x="2616" y="3057"/>
                    </a:lnTo>
                    <a:lnTo>
                      <a:pt x="2627" y="3058"/>
                    </a:lnTo>
                    <a:lnTo>
                      <a:pt x="2636" y="3058"/>
                    </a:lnTo>
                    <a:lnTo>
                      <a:pt x="2645" y="3059"/>
                    </a:lnTo>
                    <a:lnTo>
                      <a:pt x="2654" y="3059"/>
                    </a:lnTo>
                    <a:lnTo>
                      <a:pt x="2664" y="3061"/>
                    </a:lnTo>
                    <a:lnTo>
                      <a:pt x="2675" y="3061"/>
                    </a:lnTo>
                    <a:lnTo>
                      <a:pt x="2686" y="3062"/>
                    </a:lnTo>
                    <a:lnTo>
                      <a:pt x="2695" y="3062"/>
                    </a:lnTo>
                    <a:lnTo>
                      <a:pt x="2704" y="3063"/>
                    </a:lnTo>
                    <a:lnTo>
                      <a:pt x="2713" y="3063"/>
                    </a:lnTo>
                    <a:lnTo>
                      <a:pt x="2722" y="3063"/>
                    </a:lnTo>
                    <a:lnTo>
                      <a:pt x="2728" y="3064"/>
                    </a:lnTo>
                    <a:lnTo>
                      <a:pt x="2734" y="3064"/>
                    </a:lnTo>
                    <a:lnTo>
                      <a:pt x="2736" y="3064"/>
                    </a:lnTo>
                    <a:lnTo>
                      <a:pt x="2738" y="3064"/>
                    </a:lnTo>
                    <a:lnTo>
                      <a:pt x="2743" y="3064"/>
                    </a:lnTo>
                    <a:lnTo>
                      <a:pt x="2748" y="3064"/>
                    </a:lnTo>
                    <a:lnTo>
                      <a:pt x="2756" y="3065"/>
                    </a:lnTo>
                    <a:lnTo>
                      <a:pt x="2765" y="3065"/>
                    </a:lnTo>
                    <a:lnTo>
                      <a:pt x="2774" y="3066"/>
                    </a:lnTo>
                    <a:lnTo>
                      <a:pt x="2782" y="3066"/>
                    </a:lnTo>
                    <a:lnTo>
                      <a:pt x="2795" y="3066"/>
                    </a:lnTo>
                    <a:lnTo>
                      <a:pt x="2806" y="3067"/>
                    </a:lnTo>
                    <a:lnTo>
                      <a:pt x="2815" y="3067"/>
                    </a:lnTo>
                    <a:lnTo>
                      <a:pt x="2824" y="3068"/>
                    </a:lnTo>
                    <a:lnTo>
                      <a:pt x="2834" y="3068"/>
                    </a:lnTo>
                    <a:lnTo>
                      <a:pt x="2843" y="3069"/>
                    </a:lnTo>
                    <a:lnTo>
                      <a:pt x="2848" y="3069"/>
                    </a:lnTo>
                    <a:lnTo>
                      <a:pt x="2853" y="3069"/>
                    </a:lnTo>
                    <a:lnTo>
                      <a:pt x="2858" y="3069"/>
                    </a:lnTo>
                    <a:lnTo>
                      <a:pt x="2864" y="3069"/>
                    </a:lnTo>
                    <a:lnTo>
                      <a:pt x="2866" y="3069"/>
                    </a:lnTo>
                    <a:lnTo>
                      <a:pt x="2867" y="3070"/>
                    </a:lnTo>
                    <a:lnTo>
                      <a:pt x="2876" y="3070"/>
                    </a:lnTo>
                    <a:lnTo>
                      <a:pt x="2886" y="3070"/>
                    </a:lnTo>
                    <a:lnTo>
                      <a:pt x="2896" y="3071"/>
                    </a:lnTo>
                    <a:lnTo>
                      <a:pt x="2905" y="3071"/>
                    </a:lnTo>
                    <a:lnTo>
                      <a:pt x="2917" y="3072"/>
                    </a:lnTo>
                    <a:lnTo>
                      <a:pt x="2930" y="3072"/>
                    </a:lnTo>
                    <a:lnTo>
                      <a:pt x="2939" y="3072"/>
                    </a:lnTo>
                    <a:lnTo>
                      <a:pt x="2948" y="3073"/>
                    </a:lnTo>
                    <a:lnTo>
                      <a:pt x="2957" y="3073"/>
                    </a:lnTo>
                    <a:lnTo>
                      <a:pt x="2967" y="3073"/>
                    </a:lnTo>
                    <a:lnTo>
                      <a:pt x="2971" y="3074"/>
                    </a:lnTo>
                    <a:lnTo>
                      <a:pt x="2976" y="3074"/>
                    </a:lnTo>
                    <a:lnTo>
                      <a:pt x="2977" y="3074"/>
                    </a:lnTo>
                    <a:lnTo>
                      <a:pt x="2978" y="3074"/>
                    </a:lnTo>
                    <a:lnTo>
                      <a:pt x="2981" y="3074"/>
                    </a:lnTo>
                    <a:lnTo>
                      <a:pt x="2984" y="3074"/>
                    </a:lnTo>
                    <a:lnTo>
                      <a:pt x="2988" y="3074"/>
                    </a:lnTo>
                    <a:lnTo>
                      <a:pt x="2993" y="3074"/>
                    </a:lnTo>
                    <a:lnTo>
                      <a:pt x="3003" y="3075"/>
                    </a:lnTo>
                    <a:lnTo>
                      <a:pt x="3012" y="3075"/>
                    </a:lnTo>
                    <a:lnTo>
                      <a:pt x="3021" y="3075"/>
                    </a:lnTo>
                    <a:lnTo>
                      <a:pt x="3031" y="3076"/>
                    </a:lnTo>
                    <a:lnTo>
                      <a:pt x="3043" y="3076"/>
                    </a:lnTo>
                    <a:lnTo>
                      <a:pt x="3056" y="3076"/>
                    </a:lnTo>
                    <a:lnTo>
                      <a:pt x="3065" y="3077"/>
                    </a:lnTo>
                    <a:lnTo>
                      <a:pt x="3072" y="3077"/>
                    </a:lnTo>
                    <a:lnTo>
                      <a:pt x="3080" y="3077"/>
                    </a:lnTo>
                    <a:lnTo>
                      <a:pt x="3087" y="3078"/>
                    </a:lnTo>
                    <a:lnTo>
                      <a:pt x="3090" y="3078"/>
                    </a:lnTo>
                    <a:lnTo>
                      <a:pt x="3093" y="3078"/>
                    </a:lnTo>
                    <a:lnTo>
                      <a:pt x="3093" y="3078"/>
                    </a:lnTo>
                    <a:lnTo>
                      <a:pt x="3094" y="3078"/>
                    </a:lnTo>
                    <a:lnTo>
                      <a:pt x="3108" y="3078"/>
                    </a:lnTo>
                    <a:lnTo>
                      <a:pt x="3121" y="3079"/>
                    </a:lnTo>
                    <a:lnTo>
                      <a:pt x="3131" y="3079"/>
                    </a:lnTo>
                    <a:lnTo>
                      <a:pt x="3140" y="3079"/>
                    </a:lnTo>
                    <a:lnTo>
                      <a:pt x="3150" y="3079"/>
                    </a:lnTo>
                    <a:lnTo>
                      <a:pt x="3159" y="3080"/>
                    </a:lnTo>
                    <a:lnTo>
                      <a:pt x="3173" y="3080"/>
                    </a:lnTo>
                    <a:lnTo>
                      <a:pt x="3187" y="3081"/>
                    </a:lnTo>
                    <a:lnTo>
                      <a:pt x="3197" y="3081"/>
                    </a:lnTo>
                    <a:lnTo>
                      <a:pt x="3206" y="3081"/>
                    </a:lnTo>
                    <a:lnTo>
                      <a:pt x="3215" y="3081"/>
                    </a:lnTo>
                    <a:lnTo>
                      <a:pt x="3225" y="3082"/>
                    </a:lnTo>
                    <a:lnTo>
                      <a:pt x="3240" y="3082"/>
                    </a:lnTo>
                    <a:lnTo>
                      <a:pt x="3253" y="3083"/>
                    </a:lnTo>
                    <a:lnTo>
                      <a:pt x="3262" y="3083"/>
                    </a:lnTo>
                    <a:lnTo>
                      <a:pt x="3272" y="3083"/>
                    </a:lnTo>
                    <a:lnTo>
                      <a:pt x="3282" y="3083"/>
                    </a:lnTo>
                    <a:lnTo>
                      <a:pt x="3291" y="3083"/>
                    </a:lnTo>
                    <a:lnTo>
                      <a:pt x="3302" y="3084"/>
                    </a:lnTo>
                    <a:lnTo>
                      <a:pt x="3313" y="3084"/>
                    </a:lnTo>
                    <a:lnTo>
                      <a:pt x="3315" y="3084"/>
                    </a:lnTo>
                    <a:lnTo>
                      <a:pt x="3317" y="3084"/>
                    </a:lnTo>
                    <a:lnTo>
                      <a:pt x="3319" y="3084"/>
                    </a:lnTo>
                    <a:lnTo>
                      <a:pt x="3321" y="3084"/>
                    </a:lnTo>
                    <a:lnTo>
                      <a:pt x="3330" y="3085"/>
                    </a:lnTo>
                    <a:lnTo>
                      <a:pt x="3340" y="3085"/>
                    </a:lnTo>
                    <a:lnTo>
                      <a:pt x="3349" y="3085"/>
                    </a:lnTo>
                    <a:lnTo>
                      <a:pt x="3358" y="3085"/>
                    </a:lnTo>
                    <a:lnTo>
                      <a:pt x="3374" y="3086"/>
                    </a:lnTo>
                    <a:lnTo>
                      <a:pt x="3388" y="3086"/>
                    </a:lnTo>
                    <a:lnTo>
                      <a:pt x="3396" y="3086"/>
                    </a:lnTo>
                    <a:lnTo>
                      <a:pt x="3405" y="3086"/>
                    </a:lnTo>
                    <a:lnTo>
                      <a:pt x="3413" y="3086"/>
                    </a:lnTo>
                    <a:lnTo>
                      <a:pt x="3420" y="3087"/>
                    </a:lnTo>
                    <a:lnTo>
                      <a:pt x="3423" y="3087"/>
                    </a:lnTo>
                    <a:lnTo>
                      <a:pt x="3426" y="3087"/>
                    </a:lnTo>
                    <a:lnTo>
                      <a:pt x="3428" y="3087"/>
                    </a:lnTo>
                    <a:lnTo>
                      <a:pt x="3432" y="3087"/>
                    </a:lnTo>
                    <a:lnTo>
                      <a:pt x="3444" y="3087"/>
                    </a:lnTo>
                    <a:lnTo>
                      <a:pt x="3457" y="3087"/>
                    </a:lnTo>
                    <a:lnTo>
                      <a:pt x="3467" y="3088"/>
                    </a:lnTo>
                    <a:lnTo>
                      <a:pt x="3477" y="3088"/>
                    </a:lnTo>
                    <a:lnTo>
                      <a:pt x="3486" y="3088"/>
                    </a:lnTo>
                    <a:lnTo>
                      <a:pt x="3495" y="3088"/>
                    </a:lnTo>
                    <a:lnTo>
                      <a:pt x="3511" y="3089"/>
                    </a:lnTo>
                    <a:lnTo>
                      <a:pt x="3525" y="3089"/>
                    </a:lnTo>
                    <a:lnTo>
                      <a:pt x="3536" y="3089"/>
                    </a:lnTo>
                    <a:lnTo>
                      <a:pt x="3546" y="3089"/>
                    </a:lnTo>
                    <a:lnTo>
                      <a:pt x="3556" y="3089"/>
                    </a:lnTo>
                    <a:lnTo>
                      <a:pt x="3567" y="3090"/>
                    </a:lnTo>
                    <a:lnTo>
                      <a:pt x="3581" y="3090"/>
                    </a:lnTo>
                    <a:lnTo>
                      <a:pt x="3595" y="3090"/>
                    </a:lnTo>
                    <a:lnTo>
                      <a:pt x="3606" y="3090"/>
                    </a:lnTo>
                    <a:lnTo>
                      <a:pt x="3616" y="3091"/>
                    </a:lnTo>
                    <a:lnTo>
                      <a:pt x="3626" y="3091"/>
                    </a:lnTo>
                    <a:lnTo>
                      <a:pt x="3636" y="3091"/>
                    </a:lnTo>
                    <a:lnTo>
                      <a:pt x="3651" y="3091"/>
                    </a:lnTo>
                    <a:lnTo>
                      <a:pt x="3667" y="3091"/>
                    </a:lnTo>
                    <a:lnTo>
                      <a:pt x="3677" y="3092"/>
                    </a:lnTo>
                    <a:lnTo>
                      <a:pt x="3687" y="3092"/>
                    </a:lnTo>
                    <a:lnTo>
                      <a:pt x="3697" y="3092"/>
                    </a:lnTo>
                    <a:lnTo>
                      <a:pt x="3708" y="3092"/>
                    </a:lnTo>
                    <a:lnTo>
                      <a:pt x="3722" y="3092"/>
                    </a:lnTo>
                    <a:lnTo>
                      <a:pt x="3738" y="3092"/>
                    </a:lnTo>
                    <a:lnTo>
                      <a:pt x="3751" y="3093"/>
                    </a:lnTo>
                    <a:lnTo>
                      <a:pt x="3765" y="3093"/>
                    </a:lnTo>
                    <a:lnTo>
                      <a:pt x="3767" y="3093"/>
                    </a:lnTo>
                    <a:lnTo>
                      <a:pt x="3767" y="3093"/>
                    </a:lnTo>
                    <a:lnTo>
                      <a:pt x="3773" y="3093"/>
                    </a:lnTo>
                    <a:lnTo>
                      <a:pt x="3779" y="3093"/>
                    </a:lnTo>
                    <a:lnTo>
                      <a:pt x="3794" y="3093"/>
                    </a:lnTo>
                    <a:lnTo>
                      <a:pt x="3810" y="3093"/>
                    </a:lnTo>
                    <a:lnTo>
                      <a:pt x="3819" y="3095"/>
                    </a:lnTo>
                    <a:lnTo>
                      <a:pt x="3829" y="3095"/>
                    </a:lnTo>
                    <a:lnTo>
                      <a:pt x="3840" y="3095"/>
                    </a:lnTo>
                    <a:lnTo>
                      <a:pt x="3850" y="3095"/>
                    </a:lnTo>
                    <a:lnTo>
                      <a:pt x="3864" y="3095"/>
                    </a:lnTo>
                    <a:lnTo>
                      <a:pt x="3879" y="3095"/>
                    </a:lnTo>
                    <a:lnTo>
                      <a:pt x="3881" y="3095"/>
                    </a:lnTo>
                    <a:lnTo>
                      <a:pt x="3884" y="3095"/>
                    </a:lnTo>
                    <a:lnTo>
                      <a:pt x="3885" y="3095"/>
                    </a:lnTo>
                    <a:lnTo>
                      <a:pt x="3886" y="3095"/>
                    </a:lnTo>
                    <a:lnTo>
                      <a:pt x="3895" y="3095"/>
                    </a:lnTo>
                    <a:lnTo>
                      <a:pt x="3905" y="3095"/>
                    </a:lnTo>
                    <a:lnTo>
                      <a:pt x="3915" y="3095"/>
                    </a:lnTo>
                    <a:lnTo>
                      <a:pt x="3924" y="3096"/>
                    </a:lnTo>
                    <a:lnTo>
                      <a:pt x="3940" y="3096"/>
                    </a:lnTo>
                    <a:lnTo>
                      <a:pt x="3954" y="3096"/>
                    </a:lnTo>
                    <a:lnTo>
                      <a:pt x="3965" y="3096"/>
                    </a:lnTo>
                    <a:lnTo>
                      <a:pt x="3976" y="3096"/>
                    </a:lnTo>
                    <a:lnTo>
                      <a:pt x="3986" y="3096"/>
                    </a:lnTo>
                    <a:lnTo>
                      <a:pt x="3996" y="3096"/>
                    </a:lnTo>
                    <a:lnTo>
                      <a:pt x="4005" y="3096"/>
                    </a:lnTo>
                    <a:lnTo>
                      <a:pt x="4013" y="3096"/>
                    </a:lnTo>
                    <a:lnTo>
                      <a:pt x="4020" y="3096"/>
                    </a:lnTo>
                    <a:lnTo>
                      <a:pt x="4028" y="3096"/>
                    </a:lnTo>
                    <a:lnTo>
                      <a:pt x="4040" y="3097"/>
                    </a:lnTo>
                    <a:lnTo>
                      <a:pt x="4051" y="3097"/>
                    </a:lnTo>
                    <a:lnTo>
                      <a:pt x="4062" y="3097"/>
                    </a:lnTo>
                    <a:lnTo>
                      <a:pt x="4074" y="3097"/>
                    </a:lnTo>
                    <a:lnTo>
                      <a:pt x="4088" y="3097"/>
                    </a:lnTo>
                    <a:lnTo>
                      <a:pt x="4101" y="3097"/>
                    </a:lnTo>
                    <a:lnTo>
                      <a:pt x="4117" y="3097"/>
                    </a:lnTo>
                    <a:lnTo>
                      <a:pt x="4131" y="3097"/>
                    </a:lnTo>
                    <a:lnTo>
                      <a:pt x="4133" y="3097"/>
                    </a:lnTo>
                    <a:lnTo>
                      <a:pt x="4134" y="3097"/>
                    </a:lnTo>
                    <a:lnTo>
                      <a:pt x="4139" y="3097"/>
                    </a:lnTo>
                    <a:lnTo>
                      <a:pt x="4143" y="3097"/>
                    </a:lnTo>
                    <a:lnTo>
                      <a:pt x="4146" y="3097"/>
                    </a:lnTo>
                    <a:lnTo>
                      <a:pt x="4150" y="3097"/>
                    </a:lnTo>
                    <a:lnTo>
                      <a:pt x="4163" y="3097"/>
                    </a:lnTo>
                    <a:lnTo>
                      <a:pt x="4177" y="3097"/>
                    </a:lnTo>
                    <a:lnTo>
                      <a:pt x="4195" y="3097"/>
                    </a:lnTo>
                    <a:lnTo>
                      <a:pt x="4214" y="3097"/>
                    </a:lnTo>
                    <a:lnTo>
                      <a:pt x="4232" y="3097"/>
                    </a:lnTo>
                    <a:lnTo>
                      <a:pt x="4252" y="3097"/>
                    </a:lnTo>
                    <a:lnTo>
                      <a:pt x="4289" y="3097"/>
                    </a:lnTo>
                    <a:lnTo>
                      <a:pt x="4327" y="3097"/>
                    </a:lnTo>
                    <a:lnTo>
                      <a:pt x="4365" y="3097"/>
                    </a:lnTo>
                    <a:lnTo>
                      <a:pt x="4402" y="3097"/>
                    </a:lnTo>
                    <a:lnTo>
                      <a:pt x="4409" y="3097"/>
                    </a:lnTo>
                    <a:lnTo>
                      <a:pt x="4415" y="3097"/>
                    </a:lnTo>
                    <a:lnTo>
                      <a:pt x="4415" y="3097"/>
                    </a:lnTo>
                    <a:lnTo>
                      <a:pt x="4415" y="3097"/>
                    </a:lnTo>
                    <a:lnTo>
                      <a:pt x="4416" y="3097"/>
                    </a:lnTo>
                    <a:lnTo>
                      <a:pt x="4417" y="3097"/>
                    </a:lnTo>
                    <a:lnTo>
                      <a:pt x="4423" y="3097"/>
                    </a:lnTo>
                    <a:lnTo>
                      <a:pt x="4428" y="3097"/>
                    </a:lnTo>
                    <a:lnTo>
                      <a:pt x="4441" y="3097"/>
                    </a:lnTo>
                    <a:lnTo>
                      <a:pt x="4453" y="3097"/>
                    </a:lnTo>
                    <a:lnTo>
                      <a:pt x="4465" y="3097"/>
                    </a:lnTo>
                    <a:lnTo>
                      <a:pt x="4478" y="3097"/>
                    </a:lnTo>
                    <a:lnTo>
                      <a:pt x="4488" y="3097"/>
                    </a:lnTo>
                    <a:lnTo>
                      <a:pt x="4498" y="3097"/>
                    </a:lnTo>
                    <a:lnTo>
                      <a:pt x="4512" y="3097"/>
                    </a:lnTo>
                    <a:lnTo>
                      <a:pt x="4525" y="3097"/>
                    </a:lnTo>
                    <a:lnTo>
                      <a:pt x="4539" y="3097"/>
                    </a:lnTo>
                    <a:lnTo>
                      <a:pt x="4552" y="3097"/>
                    </a:lnTo>
                    <a:lnTo>
                      <a:pt x="4564" y="3097"/>
                    </a:lnTo>
                    <a:lnTo>
                      <a:pt x="4578" y="3096"/>
                    </a:lnTo>
                    <a:lnTo>
                      <a:pt x="4581" y="3096"/>
                    </a:lnTo>
                    <a:lnTo>
                      <a:pt x="4585" y="3096"/>
                    </a:lnTo>
                    <a:lnTo>
                      <a:pt x="4595" y="3096"/>
                    </a:lnTo>
                    <a:lnTo>
                      <a:pt x="4606" y="3096"/>
                    </a:lnTo>
                    <a:lnTo>
                      <a:pt x="4616" y="3096"/>
                    </a:lnTo>
                    <a:lnTo>
                      <a:pt x="4626" y="3096"/>
                    </a:lnTo>
                    <a:lnTo>
                      <a:pt x="4639" y="3096"/>
                    </a:lnTo>
                    <a:lnTo>
                      <a:pt x="4652" y="3096"/>
                    </a:lnTo>
                    <a:lnTo>
                      <a:pt x="4663" y="3096"/>
                    </a:lnTo>
                    <a:lnTo>
                      <a:pt x="4676" y="3096"/>
                    </a:lnTo>
                    <a:lnTo>
                      <a:pt x="4688" y="3096"/>
                    </a:lnTo>
                    <a:lnTo>
                      <a:pt x="4699" y="3095"/>
                    </a:lnTo>
                    <a:lnTo>
                      <a:pt x="4713" y="3095"/>
                    </a:lnTo>
                    <a:lnTo>
                      <a:pt x="4726" y="3095"/>
                    </a:lnTo>
                    <a:lnTo>
                      <a:pt x="4731" y="3095"/>
                    </a:lnTo>
                    <a:lnTo>
                      <a:pt x="4736" y="3095"/>
                    </a:lnTo>
                    <a:lnTo>
                      <a:pt x="4741" y="3095"/>
                    </a:lnTo>
                    <a:lnTo>
                      <a:pt x="4744" y="3095"/>
                    </a:lnTo>
                    <a:lnTo>
                      <a:pt x="4747" y="3095"/>
                    </a:lnTo>
                    <a:lnTo>
                      <a:pt x="4750" y="3095"/>
                    </a:lnTo>
                    <a:lnTo>
                      <a:pt x="4761" y="3095"/>
                    </a:lnTo>
                    <a:lnTo>
                      <a:pt x="4773" y="3095"/>
                    </a:lnTo>
                    <a:lnTo>
                      <a:pt x="4787" y="3093"/>
                    </a:lnTo>
                    <a:lnTo>
                      <a:pt x="4801" y="3093"/>
                    </a:lnTo>
                    <a:lnTo>
                      <a:pt x="4812" y="3093"/>
                    </a:lnTo>
                    <a:lnTo>
                      <a:pt x="4823" y="3093"/>
                    </a:lnTo>
                    <a:lnTo>
                      <a:pt x="4833" y="3093"/>
                    </a:lnTo>
                    <a:lnTo>
                      <a:pt x="4845" y="3093"/>
                    </a:lnTo>
                    <a:lnTo>
                      <a:pt x="4859" y="3093"/>
                    </a:lnTo>
                    <a:lnTo>
                      <a:pt x="4874" y="3092"/>
                    </a:lnTo>
                    <a:lnTo>
                      <a:pt x="4880" y="3092"/>
                    </a:lnTo>
                    <a:lnTo>
                      <a:pt x="4886" y="3092"/>
                    </a:lnTo>
                    <a:lnTo>
                      <a:pt x="4901" y="3092"/>
                    </a:lnTo>
                    <a:lnTo>
                      <a:pt x="4917" y="3092"/>
                    </a:lnTo>
                    <a:lnTo>
                      <a:pt x="4929" y="3092"/>
                    </a:lnTo>
                    <a:lnTo>
                      <a:pt x="4942" y="3091"/>
                    </a:lnTo>
                    <a:lnTo>
                      <a:pt x="4953" y="3091"/>
                    </a:lnTo>
                    <a:lnTo>
                      <a:pt x="4965" y="3091"/>
                    </a:lnTo>
                    <a:lnTo>
                      <a:pt x="4977" y="3091"/>
                    </a:lnTo>
                    <a:lnTo>
                      <a:pt x="4988" y="3091"/>
                    </a:lnTo>
                    <a:lnTo>
                      <a:pt x="4999" y="3090"/>
                    </a:lnTo>
                    <a:lnTo>
                      <a:pt x="5010" y="3090"/>
                    </a:lnTo>
                    <a:lnTo>
                      <a:pt x="5015" y="3090"/>
                    </a:lnTo>
                    <a:lnTo>
                      <a:pt x="5019" y="3090"/>
                    </a:lnTo>
                    <a:lnTo>
                      <a:pt x="5029" y="3090"/>
                    </a:lnTo>
                    <a:lnTo>
                      <a:pt x="5038" y="3090"/>
                    </a:lnTo>
                    <a:lnTo>
                      <a:pt x="5049" y="3090"/>
                    </a:lnTo>
                    <a:lnTo>
                      <a:pt x="5058" y="3089"/>
                    </a:lnTo>
                    <a:lnTo>
                      <a:pt x="5071" y="3089"/>
                    </a:lnTo>
                    <a:lnTo>
                      <a:pt x="5085" y="3089"/>
                    </a:lnTo>
                    <a:lnTo>
                      <a:pt x="5095" y="3089"/>
                    </a:lnTo>
                    <a:lnTo>
                      <a:pt x="5106" y="3088"/>
                    </a:lnTo>
                    <a:lnTo>
                      <a:pt x="5117" y="3088"/>
                    </a:lnTo>
                    <a:lnTo>
                      <a:pt x="5127" y="3088"/>
                    </a:lnTo>
                    <a:lnTo>
                      <a:pt x="5136" y="3088"/>
                    </a:lnTo>
                    <a:lnTo>
                      <a:pt x="5146" y="3088"/>
                    </a:lnTo>
                    <a:lnTo>
                      <a:pt x="5147" y="3088"/>
                    </a:lnTo>
                    <a:lnTo>
                      <a:pt x="5147" y="3088"/>
                    </a:lnTo>
                    <a:lnTo>
                      <a:pt x="5151" y="3087"/>
                    </a:lnTo>
                    <a:lnTo>
                      <a:pt x="5154" y="3087"/>
                    </a:lnTo>
                    <a:lnTo>
                      <a:pt x="5165" y="3087"/>
                    </a:lnTo>
                    <a:lnTo>
                      <a:pt x="5176" y="3087"/>
                    </a:lnTo>
                    <a:lnTo>
                      <a:pt x="5187" y="3087"/>
                    </a:lnTo>
                    <a:lnTo>
                      <a:pt x="5197" y="3086"/>
                    </a:lnTo>
                    <a:lnTo>
                      <a:pt x="5210" y="3086"/>
                    </a:lnTo>
                    <a:lnTo>
                      <a:pt x="5222" y="3086"/>
                    </a:lnTo>
                    <a:lnTo>
                      <a:pt x="5233" y="3086"/>
                    </a:lnTo>
                    <a:lnTo>
                      <a:pt x="5244" y="3085"/>
                    </a:lnTo>
                    <a:lnTo>
                      <a:pt x="5255" y="3085"/>
                    </a:lnTo>
                    <a:lnTo>
                      <a:pt x="5265" y="3085"/>
                    </a:lnTo>
                    <a:lnTo>
                      <a:pt x="5279" y="3084"/>
                    </a:lnTo>
                    <a:lnTo>
                      <a:pt x="5291" y="3084"/>
                    </a:lnTo>
                    <a:lnTo>
                      <a:pt x="5301" y="3084"/>
                    </a:lnTo>
                    <a:lnTo>
                      <a:pt x="5312" y="3084"/>
                    </a:lnTo>
                    <a:lnTo>
                      <a:pt x="5322" y="3083"/>
                    </a:lnTo>
                    <a:lnTo>
                      <a:pt x="5332" y="3083"/>
                    </a:lnTo>
                    <a:lnTo>
                      <a:pt x="5346" y="3083"/>
                    </a:lnTo>
                    <a:lnTo>
                      <a:pt x="5359" y="3082"/>
                    </a:lnTo>
                    <a:lnTo>
                      <a:pt x="5369" y="3082"/>
                    </a:lnTo>
                    <a:lnTo>
                      <a:pt x="5380" y="3082"/>
                    </a:lnTo>
                    <a:lnTo>
                      <a:pt x="5390" y="3081"/>
                    </a:lnTo>
                    <a:lnTo>
                      <a:pt x="5399" y="3081"/>
                    </a:lnTo>
                    <a:lnTo>
                      <a:pt x="5412" y="3081"/>
                    </a:lnTo>
                    <a:lnTo>
                      <a:pt x="5424" y="3080"/>
                    </a:lnTo>
                    <a:lnTo>
                      <a:pt x="5427" y="3080"/>
                    </a:lnTo>
                    <a:lnTo>
                      <a:pt x="5429" y="3080"/>
                    </a:lnTo>
                    <a:lnTo>
                      <a:pt x="5438" y="3080"/>
                    </a:lnTo>
                    <a:lnTo>
                      <a:pt x="5448" y="3080"/>
                    </a:lnTo>
                    <a:lnTo>
                      <a:pt x="5457" y="3079"/>
                    </a:lnTo>
                    <a:lnTo>
                      <a:pt x="5466" y="3079"/>
                    </a:lnTo>
                    <a:lnTo>
                      <a:pt x="5479" y="3079"/>
                    </a:lnTo>
                    <a:lnTo>
                      <a:pt x="5491" y="3078"/>
                    </a:lnTo>
                    <a:lnTo>
                      <a:pt x="5500" y="3078"/>
                    </a:lnTo>
                    <a:lnTo>
                      <a:pt x="5511" y="3078"/>
                    </a:lnTo>
                    <a:lnTo>
                      <a:pt x="5521" y="3077"/>
                    </a:lnTo>
                    <a:lnTo>
                      <a:pt x="5531" y="3077"/>
                    </a:lnTo>
                    <a:lnTo>
                      <a:pt x="5543" y="3077"/>
                    </a:lnTo>
                    <a:lnTo>
                      <a:pt x="5556" y="3076"/>
                    </a:lnTo>
                    <a:lnTo>
                      <a:pt x="5564" y="3076"/>
                    </a:lnTo>
                    <a:lnTo>
                      <a:pt x="5572" y="3076"/>
                    </a:lnTo>
                    <a:lnTo>
                      <a:pt x="5573" y="3076"/>
                    </a:lnTo>
                    <a:lnTo>
                      <a:pt x="5574" y="3076"/>
                    </a:lnTo>
                    <a:lnTo>
                      <a:pt x="5585" y="3075"/>
                    </a:lnTo>
                    <a:lnTo>
                      <a:pt x="5595" y="3075"/>
                    </a:lnTo>
                    <a:lnTo>
                      <a:pt x="5607" y="3075"/>
                    </a:lnTo>
                    <a:lnTo>
                      <a:pt x="5621" y="3074"/>
                    </a:lnTo>
                    <a:lnTo>
                      <a:pt x="5630" y="3074"/>
                    </a:lnTo>
                    <a:lnTo>
                      <a:pt x="5639" y="3073"/>
                    </a:lnTo>
                    <a:lnTo>
                      <a:pt x="5650" y="3073"/>
                    </a:lnTo>
                    <a:lnTo>
                      <a:pt x="5659" y="3073"/>
                    </a:lnTo>
                    <a:lnTo>
                      <a:pt x="5671" y="3072"/>
                    </a:lnTo>
                    <a:lnTo>
                      <a:pt x="5683" y="3072"/>
                    </a:lnTo>
                    <a:lnTo>
                      <a:pt x="5693" y="3071"/>
                    </a:lnTo>
                    <a:lnTo>
                      <a:pt x="5702" y="3071"/>
                    </a:lnTo>
                    <a:lnTo>
                      <a:pt x="5712" y="3071"/>
                    </a:lnTo>
                    <a:lnTo>
                      <a:pt x="5722" y="3070"/>
                    </a:lnTo>
                    <a:lnTo>
                      <a:pt x="5733" y="3070"/>
                    </a:lnTo>
                    <a:lnTo>
                      <a:pt x="5746" y="3069"/>
                    </a:lnTo>
                    <a:lnTo>
                      <a:pt x="5755" y="3069"/>
                    </a:lnTo>
                    <a:lnTo>
                      <a:pt x="5765" y="3068"/>
                    </a:lnTo>
                    <a:lnTo>
                      <a:pt x="5774" y="3068"/>
                    </a:lnTo>
                    <a:lnTo>
                      <a:pt x="5784" y="3068"/>
                    </a:lnTo>
                    <a:lnTo>
                      <a:pt x="5795" y="3067"/>
                    </a:lnTo>
                    <a:lnTo>
                      <a:pt x="5806" y="3067"/>
                    </a:lnTo>
                    <a:lnTo>
                      <a:pt x="5816" y="3066"/>
                    </a:lnTo>
                    <a:lnTo>
                      <a:pt x="5826" y="3066"/>
                    </a:lnTo>
                    <a:lnTo>
                      <a:pt x="5835" y="3065"/>
                    </a:lnTo>
                    <a:lnTo>
                      <a:pt x="5844" y="3065"/>
                    </a:lnTo>
                    <a:lnTo>
                      <a:pt x="5856" y="3065"/>
                    </a:lnTo>
                    <a:lnTo>
                      <a:pt x="5866" y="3064"/>
                    </a:lnTo>
                    <a:lnTo>
                      <a:pt x="5876" y="3064"/>
                    </a:lnTo>
                    <a:lnTo>
                      <a:pt x="5886" y="3063"/>
                    </a:lnTo>
                    <a:lnTo>
                      <a:pt x="5895" y="3063"/>
                    </a:lnTo>
                    <a:lnTo>
                      <a:pt x="5904" y="3062"/>
                    </a:lnTo>
                    <a:lnTo>
                      <a:pt x="5916" y="3062"/>
                    </a:lnTo>
                    <a:lnTo>
                      <a:pt x="5927" y="3061"/>
                    </a:lnTo>
                    <a:lnTo>
                      <a:pt x="5936" y="3061"/>
                    </a:lnTo>
                    <a:lnTo>
                      <a:pt x="5945" y="3059"/>
                    </a:lnTo>
                    <a:lnTo>
                      <a:pt x="5954" y="3059"/>
                    </a:lnTo>
                    <a:lnTo>
                      <a:pt x="5963" y="3059"/>
                    </a:lnTo>
                    <a:lnTo>
                      <a:pt x="5974" y="3058"/>
                    </a:lnTo>
                    <a:lnTo>
                      <a:pt x="5986" y="3057"/>
                    </a:lnTo>
                    <a:lnTo>
                      <a:pt x="5995" y="3057"/>
                    </a:lnTo>
                    <a:lnTo>
                      <a:pt x="6003" y="3057"/>
                    </a:lnTo>
                    <a:lnTo>
                      <a:pt x="6012" y="3056"/>
                    </a:lnTo>
                    <a:lnTo>
                      <a:pt x="6021" y="3056"/>
                    </a:lnTo>
                    <a:lnTo>
                      <a:pt x="6032" y="3055"/>
                    </a:lnTo>
                    <a:lnTo>
                      <a:pt x="6043" y="3054"/>
                    </a:lnTo>
                    <a:lnTo>
                      <a:pt x="6053" y="3054"/>
                    </a:lnTo>
                    <a:lnTo>
                      <a:pt x="6061" y="3054"/>
                    </a:lnTo>
                    <a:lnTo>
                      <a:pt x="6069" y="3053"/>
                    </a:lnTo>
                    <a:lnTo>
                      <a:pt x="6078" y="3053"/>
                    </a:lnTo>
                    <a:lnTo>
                      <a:pt x="6081" y="3053"/>
                    </a:lnTo>
                    <a:lnTo>
                      <a:pt x="6083" y="3052"/>
                    </a:lnTo>
                    <a:lnTo>
                      <a:pt x="6091" y="3052"/>
                    </a:lnTo>
                    <a:lnTo>
                      <a:pt x="6099" y="3052"/>
                    </a:lnTo>
                    <a:lnTo>
                      <a:pt x="6108" y="3051"/>
                    </a:lnTo>
                    <a:lnTo>
                      <a:pt x="6117" y="3051"/>
                    </a:lnTo>
                    <a:lnTo>
                      <a:pt x="6126" y="3050"/>
                    </a:lnTo>
                    <a:lnTo>
                      <a:pt x="6134" y="3050"/>
                    </a:lnTo>
                    <a:lnTo>
                      <a:pt x="6144" y="3049"/>
                    </a:lnTo>
                    <a:lnTo>
                      <a:pt x="6155" y="3048"/>
                    </a:lnTo>
                    <a:lnTo>
                      <a:pt x="6169" y="3047"/>
                    </a:lnTo>
                    <a:lnTo>
                      <a:pt x="6185" y="3047"/>
                    </a:lnTo>
                    <a:lnTo>
                      <a:pt x="6189" y="3046"/>
                    </a:lnTo>
                    <a:lnTo>
                      <a:pt x="6192" y="3046"/>
                    </a:lnTo>
                    <a:lnTo>
                      <a:pt x="6200" y="3046"/>
                    </a:lnTo>
                    <a:lnTo>
                      <a:pt x="6208" y="3045"/>
                    </a:lnTo>
                    <a:lnTo>
                      <a:pt x="6218" y="3045"/>
                    </a:lnTo>
                    <a:lnTo>
                      <a:pt x="6226" y="3044"/>
                    </a:lnTo>
                    <a:lnTo>
                      <a:pt x="6234" y="3044"/>
                    </a:lnTo>
                    <a:lnTo>
                      <a:pt x="6243" y="3043"/>
                    </a:lnTo>
                    <a:lnTo>
                      <a:pt x="6253" y="3042"/>
                    </a:lnTo>
                    <a:lnTo>
                      <a:pt x="6262" y="3042"/>
                    </a:lnTo>
                    <a:lnTo>
                      <a:pt x="6275" y="3041"/>
                    </a:lnTo>
                    <a:lnTo>
                      <a:pt x="6289" y="3040"/>
                    </a:lnTo>
                    <a:lnTo>
                      <a:pt x="6290" y="3040"/>
                    </a:lnTo>
                    <a:lnTo>
                      <a:pt x="6291" y="3040"/>
                    </a:lnTo>
                    <a:lnTo>
                      <a:pt x="6295" y="3040"/>
                    </a:lnTo>
                    <a:lnTo>
                      <a:pt x="6298" y="3040"/>
                    </a:lnTo>
                    <a:lnTo>
                      <a:pt x="6306" y="3039"/>
                    </a:lnTo>
                    <a:lnTo>
                      <a:pt x="6314" y="3038"/>
                    </a:lnTo>
                    <a:lnTo>
                      <a:pt x="6323" y="3038"/>
                    </a:lnTo>
                    <a:lnTo>
                      <a:pt x="6331" y="3037"/>
                    </a:lnTo>
                    <a:lnTo>
                      <a:pt x="6339" y="3037"/>
                    </a:lnTo>
                    <a:lnTo>
                      <a:pt x="6347" y="3036"/>
                    </a:lnTo>
                    <a:lnTo>
                      <a:pt x="6347" y="3036"/>
                    </a:lnTo>
                    <a:lnTo>
                      <a:pt x="6348" y="3036"/>
                    </a:lnTo>
                    <a:lnTo>
                      <a:pt x="6351" y="3036"/>
                    </a:lnTo>
                    <a:lnTo>
                      <a:pt x="6354" y="3036"/>
                    </a:lnTo>
                    <a:lnTo>
                      <a:pt x="6360" y="3035"/>
                    </a:lnTo>
                    <a:lnTo>
                      <a:pt x="6365" y="3035"/>
                    </a:lnTo>
                    <a:lnTo>
                      <a:pt x="6373" y="3034"/>
                    </a:lnTo>
                    <a:lnTo>
                      <a:pt x="6381" y="3034"/>
                    </a:lnTo>
                    <a:lnTo>
                      <a:pt x="6390" y="3033"/>
                    </a:lnTo>
                    <a:lnTo>
                      <a:pt x="6397" y="3033"/>
                    </a:lnTo>
                    <a:lnTo>
                      <a:pt x="6404" y="3032"/>
                    </a:lnTo>
                    <a:lnTo>
                      <a:pt x="6410" y="3032"/>
                    </a:lnTo>
                    <a:lnTo>
                      <a:pt x="6414" y="3031"/>
                    </a:lnTo>
                    <a:lnTo>
                      <a:pt x="6420" y="3031"/>
                    </a:lnTo>
                    <a:lnTo>
                      <a:pt x="6433" y="3030"/>
                    </a:lnTo>
                    <a:lnTo>
                      <a:pt x="6446" y="3029"/>
                    </a:lnTo>
                    <a:lnTo>
                      <a:pt x="6455" y="3028"/>
                    </a:lnTo>
                    <a:lnTo>
                      <a:pt x="6464" y="3028"/>
                    </a:lnTo>
                    <a:lnTo>
                      <a:pt x="6469" y="3027"/>
                    </a:lnTo>
                    <a:lnTo>
                      <a:pt x="6475" y="3027"/>
                    </a:lnTo>
                    <a:lnTo>
                      <a:pt x="6486" y="3026"/>
                    </a:lnTo>
                    <a:lnTo>
                      <a:pt x="6495" y="3024"/>
                    </a:lnTo>
                    <a:lnTo>
                      <a:pt x="6503" y="3024"/>
                    </a:lnTo>
                    <a:lnTo>
                      <a:pt x="6511" y="3023"/>
                    </a:lnTo>
                    <a:lnTo>
                      <a:pt x="6520" y="3022"/>
                    </a:lnTo>
                    <a:lnTo>
                      <a:pt x="6528" y="3022"/>
                    </a:lnTo>
                    <a:lnTo>
                      <a:pt x="6528" y="3022"/>
                    </a:lnTo>
                    <a:lnTo>
                      <a:pt x="6529" y="3021"/>
                    </a:lnTo>
                    <a:lnTo>
                      <a:pt x="6531" y="3021"/>
                    </a:lnTo>
                    <a:lnTo>
                      <a:pt x="6532" y="3021"/>
                    </a:lnTo>
                    <a:lnTo>
                      <a:pt x="6537" y="3021"/>
                    </a:lnTo>
                    <a:lnTo>
                      <a:pt x="6541" y="3020"/>
                    </a:lnTo>
                    <a:lnTo>
                      <a:pt x="6549" y="3020"/>
                    </a:lnTo>
                    <a:lnTo>
                      <a:pt x="6558" y="3019"/>
                    </a:lnTo>
                    <a:lnTo>
                      <a:pt x="6572" y="3018"/>
                    </a:lnTo>
                    <a:lnTo>
                      <a:pt x="6587" y="3017"/>
                    </a:lnTo>
                    <a:lnTo>
                      <a:pt x="6595" y="3016"/>
                    </a:lnTo>
                    <a:lnTo>
                      <a:pt x="6603" y="3015"/>
                    </a:lnTo>
                    <a:lnTo>
                      <a:pt x="6610" y="3014"/>
                    </a:lnTo>
                    <a:lnTo>
                      <a:pt x="6618" y="3014"/>
                    </a:lnTo>
                    <a:lnTo>
                      <a:pt x="6618" y="3014"/>
                    </a:lnTo>
                    <a:lnTo>
                      <a:pt x="6618" y="3014"/>
                    </a:lnTo>
                    <a:lnTo>
                      <a:pt x="6625" y="3013"/>
                    </a:lnTo>
                    <a:lnTo>
                      <a:pt x="6631" y="3013"/>
                    </a:lnTo>
                    <a:lnTo>
                      <a:pt x="6639" y="3012"/>
                    </a:lnTo>
                    <a:lnTo>
                      <a:pt x="6646" y="3011"/>
                    </a:lnTo>
                    <a:lnTo>
                      <a:pt x="6661" y="3010"/>
                    </a:lnTo>
                    <a:lnTo>
                      <a:pt x="6674" y="3008"/>
                    </a:lnTo>
                    <a:lnTo>
                      <a:pt x="6681" y="3008"/>
                    </a:lnTo>
                    <a:lnTo>
                      <a:pt x="6689" y="3007"/>
                    </a:lnTo>
                    <a:lnTo>
                      <a:pt x="6695" y="3007"/>
                    </a:lnTo>
                    <a:lnTo>
                      <a:pt x="6700" y="3006"/>
                    </a:lnTo>
                    <a:lnTo>
                      <a:pt x="6701" y="3006"/>
                    </a:lnTo>
                    <a:lnTo>
                      <a:pt x="6701" y="3006"/>
                    </a:lnTo>
                    <a:lnTo>
                      <a:pt x="6701" y="3006"/>
                    </a:lnTo>
                    <a:lnTo>
                      <a:pt x="6701" y="3006"/>
                    </a:lnTo>
                    <a:lnTo>
                      <a:pt x="6708" y="3005"/>
                    </a:lnTo>
                    <a:lnTo>
                      <a:pt x="6715" y="3004"/>
                    </a:lnTo>
                    <a:lnTo>
                      <a:pt x="6723" y="3004"/>
                    </a:lnTo>
                    <a:lnTo>
                      <a:pt x="6730" y="3003"/>
                    </a:lnTo>
                    <a:lnTo>
                      <a:pt x="6743" y="3002"/>
                    </a:lnTo>
                    <a:lnTo>
                      <a:pt x="6756" y="3000"/>
                    </a:lnTo>
                    <a:lnTo>
                      <a:pt x="6762" y="3000"/>
                    </a:lnTo>
                    <a:lnTo>
                      <a:pt x="6768" y="2999"/>
                    </a:lnTo>
                    <a:lnTo>
                      <a:pt x="6771" y="2999"/>
                    </a:lnTo>
                    <a:lnTo>
                      <a:pt x="6775" y="2998"/>
                    </a:lnTo>
                    <a:lnTo>
                      <a:pt x="6785" y="2997"/>
                    </a:lnTo>
                    <a:lnTo>
                      <a:pt x="6795" y="2996"/>
                    </a:lnTo>
                    <a:lnTo>
                      <a:pt x="6801" y="2995"/>
                    </a:lnTo>
                    <a:lnTo>
                      <a:pt x="6808" y="2994"/>
                    </a:lnTo>
                    <a:lnTo>
                      <a:pt x="6821" y="2993"/>
                    </a:lnTo>
                    <a:lnTo>
                      <a:pt x="6832" y="2992"/>
                    </a:lnTo>
                    <a:lnTo>
                      <a:pt x="6835" y="2990"/>
                    </a:lnTo>
                    <a:lnTo>
                      <a:pt x="6839" y="2990"/>
                    </a:lnTo>
                    <a:lnTo>
                      <a:pt x="6842" y="2990"/>
                    </a:lnTo>
                    <a:lnTo>
                      <a:pt x="6844" y="2989"/>
                    </a:lnTo>
                    <a:lnTo>
                      <a:pt x="6845" y="2989"/>
                    </a:lnTo>
                    <a:lnTo>
                      <a:pt x="6845" y="2989"/>
                    </a:lnTo>
                    <a:lnTo>
                      <a:pt x="6857" y="2988"/>
                    </a:lnTo>
                    <a:lnTo>
                      <a:pt x="6868" y="2986"/>
                    </a:lnTo>
                    <a:lnTo>
                      <a:pt x="6874" y="2985"/>
                    </a:lnTo>
                    <a:lnTo>
                      <a:pt x="6880" y="2985"/>
                    </a:lnTo>
                    <a:lnTo>
                      <a:pt x="6888" y="2984"/>
                    </a:lnTo>
                    <a:lnTo>
                      <a:pt x="6895" y="2983"/>
                    </a:lnTo>
                    <a:lnTo>
                      <a:pt x="6899" y="2982"/>
                    </a:lnTo>
                    <a:lnTo>
                      <a:pt x="6903" y="2982"/>
                    </a:lnTo>
                    <a:lnTo>
                      <a:pt x="6909" y="2981"/>
                    </a:lnTo>
                    <a:lnTo>
                      <a:pt x="6914" y="2980"/>
                    </a:lnTo>
                    <a:lnTo>
                      <a:pt x="6926" y="2979"/>
                    </a:lnTo>
                    <a:lnTo>
                      <a:pt x="6936" y="2977"/>
                    </a:lnTo>
                    <a:lnTo>
                      <a:pt x="6941" y="2976"/>
                    </a:lnTo>
                    <a:lnTo>
                      <a:pt x="6947" y="2976"/>
                    </a:lnTo>
                    <a:lnTo>
                      <a:pt x="6948" y="2975"/>
                    </a:lnTo>
                    <a:lnTo>
                      <a:pt x="6949" y="2975"/>
                    </a:lnTo>
                    <a:lnTo>
                      <a:pt x="6950" y="2975"/>
                    </a:lnTo>
                    <a:lnTo>
                      <a:pt x="6953" y="2975"/>
                    </a:lnTo>
                    <a:lnTo>
                      <a:pt x="6953" y="2975"/>
                    </a:lnTo>
                    <a:lnTo>
                      <a:pt x="6954" y="2975"/>
                    </a:lnTo>
                    <a:lnTo>
                      <a:pt x="6961" y="2974"/>
                    </a:lnTo>
                    <a:lnTo>
                      <a:pt x="6968" y="2973"/>
                    </a:lnTo>
                    <a:lnTo>
                      <a:pt x="6973" y="2972"/>
                    </a:lnTo>
                    <a:lnTo>
                      <a:pt x="6978" y="2971"/>
                    </a:lnTo>
                    <a:lnTo>
                      <a:pt x="6989" y="2969"/>
                    </a:lnTo>
                    <a:lnTo>
                      <a:pt x="6998" y="2968"/>
                    </a:lnTo>
                    <a:lnTo>
                      <a:pt x="6998" y="2968"/>
                    </a:lnTo>
                    <a:lnTo>
                      <a:pt x="6998" y="2968"/>
                    </a:lnTo>
                    <a:lnTo>
                      <a:pt x="7001" y="2968"/>
                    </a:lnTo>
                    <a:lnTo>
                      <a:pt x="7003" y="2967"/>
                    </a:lnTo>
                    <a:lnTo>
                      <a:pt x="7005" y="2967"/>
                    </a:lnTo>
                    <a:lnTo>
                      <a:pt x="7008" y="2966"/>
                    </a:lnTo>
                    <a:lnTo>
                      <a:pt x="7017" y="2965"/>
                    </a:lnTo>
                    <a:lnTo>
                      <a:pt x="7027" y="2963"/>
                    </a:lnTo>
                    <a:lnTo>
                      <a:pt x="7032" y="2962"/>
                    </a:lnTo>
                    <a:lnTo>
                      <a:pt x="7036" y="2961"/>
                    </a:lnTo>
                    <a:lnTo>
                      <a:pt x="7041" y="2961"/>
                    </a:lnTo>
                    <a:lnTo>
                      <a:pt x="7045" y="2960"/>
                    </a:lnTo>
                    <a:lnTo>
                      <a:pt x="7046" y="2960"/>
                    </a:lnTo>
                    <a:lnTo>
                      <a:pt x="7047" y="2960"/>
                    </a:lnTo>
                    <a:lnTo>
                      <a:pt x="7048" y="2959"/>
                    </a:lnTo>
                    <a:lnTo>
                      <a:pt x="7050" y="2959"/>
                    </a:lnTo>
                    <a:lnTo>
                      <a:pt x="7051" y="2959"/>
                    </a:lnTo>
                    <a:lnTo>
                      <a:pt x="7054" y="2958"/>
                    </a:lnTo>
                    <a:lnTo>
                      <a:pt x="7058" y="2958"/>
                    </a:lnTo>
                    <a:lnTo>
                      <a:pt x="7063" y="2956"/>
                    </a:lnTo>
                    <a:lnTo>
                      <a:pt x="7071" y="2954"/>
                    </a:lnTo>
                    <a:lnTo>
                      <a:pt x="7079" y="2953"/>
                    </a:lnTo>
                    <a:lnTo>
                      <a:pt x="7082" y="2952"/>
                    </a:lnTo>
                    <a:lnTo>
                      <a:pt x="7087" y="2951"/>
                    </a:lnTo>
                    <a:lnTo>
                      <a:pt x="7089" y="2951"/>
                    </a:lnTo>
                    <a:lnTo>
                      <a:pt x="7090" y="2950"/>
                    </a:lnTo>
                    <a:lnTo>
                      <a:pt x="7097" y="2949"/>
                    </a:lnTo>
                    <a:lnTo>
                      <a:pt x="7103" y="2948"/>
                    </a:lnTo>
                    <a:lnTo>
                      <a:pt x="7107" y="2947"/>
                    </a:lnTo>
                    <a:lnTo>
                      <a:pt x="7111" y="2946"/>
                    </a:lnTo>
                    <a:lnTo>
                      <a:pt x="7116" y="2945"/>
                    </a:lnTo>
                    <a:lnTo>
                      <a:pt x="7123" y="2943"/>
                    </a:lnTo>
                    <a:lnTo>
                      <a:pt x="7124" y="2943"/>
                    </a:lnTo>
                    <a:lnTo>
                      <a:pt x="7126" y="2943"/>
                    </a:lnTo>
                    <a:lnTo>
                      <a:pt x="7127" y="2942"/>
                    </a:lnTo>
                    <a:lnTo>
                      <a:pt x="7128" y="2942"/>
                    </a:lnTo>
                    <a:lnTo>
                      <a:pt x="7130" y="2941"/>
                    </a:lnTo>
                    <a:lnTo>
                      <a:pt x="7133" y="2941"/>
                    </a:lnTo>
                    <a:lnTo>
                      <a:pt x="7139" y="2939"/>
                    </a:lnTo>
                    <a:lnTo>
                      <a:pt x="7145" y="2938"/>
                    </a:lnTo>
                    <a:lnTo>
                      <a:pt x="7149" y="2937"/>
                    </a:lnTo>
                    <a:lnTo>
                      <a:pt x="7152" y="2936"/>
                    </a:lnTo>
                    <a:lnTo>
                      <a:pt x="7156" y="2935"/>
                    </a:lnTo>
                    <a:lnTo>
                      <a:pt x="7159" y="2934"/>
                    </a:lnTo>
                    <a:lnTo>
                      <a:pt x="7161" y="2934"/>
                    </a:lnTo>
                    <a:lnTo>
                      <a:pt x="7162" y="2933"/>
                    </a:lnTo>
                    <a:lnTo>
                      <a:pt x="7164" y="2933"/>
                    </a:lnTo>
                    <a:lnTo>
                      <a:pt x="7165" y="2933"/>
                    </a:lnTo>
                    <a:lnTo>
                      <a:pt x="7168" y="2932"/>
                    </a:lnTo>
                    <a:lnTo>
                      <a:pt x="7171" y="2931"/>
                    </a:lnTo>
                    <a:lnTo>
                      <a:pt x="7176" y="2929"/>
                    </a:lnTo>
                    <a:lnTo>
                      <a:pt x="7182" y="2928"/>
                    </a:lnTo>
                    <a:lnTo>
                      <a:pt x="7184" y="2927"/>
                    </a:lnTo>
                    <a:lnTo>
                      <a:pt x="7188" y="2926"/>
                    </a:lnTo>
                    <a:lnTo>
                      <a:pt x="7189" y="2926"/>
                    </a:lnTo>
                    <a:lnTo>
                      <a:pt x="7189" y="2925"/>
                    </a:lnTo>
                    <a:lnTo>
                      <a:pt x="7190" y="2925"/>
                    </a:lnTo>
                    <a:lnTo>
                      <a:pt x="7190" y="2925"/>
                    </a:lnTo>
                    <a:lnTo>
                      <a:pt x="7194" y="2924"/>
                    </a:lnTo>
                    <a:lnTo>
                      <a:pt x="7198" y="2921"/>
                    </a:lnTo>
                    <a:lnTo>
                      <a:pt x="7200" y="2920"/>
                    </a:lnTo>
                    <a:lnTo>
                      <a:pt x="7203" y="2919"/>
                    </a:lnTo>
                    <a:lnTo>
                      <a:pt x="7207" y="2918"/>
                    </a:lnTo>
                    <a:lnTo>
                      <a:pt x="7211" y="2916"/>
                    </a:lnTo>
                    <a:lnTo>
                      <a:pt x="7213" y="2916"/>
                    </a:lnTo>
                    <a:lnTo>
                      <a:pt x="7214" y="2915"/>
                    </a:lnTo>
                    <a:lnTo>
                      <a:pt x="7215" y="2915"/>
                    </a:lnTo>
                    <a:lnTo>
                      <a:pt x="7216" y="2914"/>
                    </a:lnTo>
                    <a:lnTo>
                      <a:pt x="7219" y="2913"/>
                    </a:lnTo>
                    <a:lnTo>
                      <a:pt x="7224" y="2911"/>
                    </a:lnTo>
                    <a:lnTo>
                      <a:pt x="7226" y="2910"/>
                    </a:lnTo>
                    <a:lnTo>
                      <a:pt x="7228" y="2909"/>
                    </a:lnTo>
                    <a:lnTo>
                      <a:pt x="7231" y="2907"/>
                    </a:lnTo>
                    <a:lnTo>
                      <a:pt x="7233" y="2906"/>
                    </a:lnTo>
                    <a:lnTo>
                      <a:pt x="7234" y="2906"/>
                    </a:lnTo>
                    <a:lnTo>
                      <a:pt x="7234" y="2905"/>
                    </a:lnTo>
                    <a:lnTo>
                      <a:pt x="7235" y="2905"/>
                    </a:lnTo>
                    <a:lnTo>
                      <a:pt x="7235" y="2905"/>
                    </a:lnTo>
                    <a:lnTo>
                      <a:pt x="7236" y="2905"/>
                    </a:lnTo>
                    <a:lnTo>
                      <a:pt x="7236" y="2904"/>
                    </a:lnTo>
                    <a:lnTo>
                      <a:pt x="7236" y="2904"/>
                    </a:lnTo>
                    <a:lnTo>
                      <a:pt x="7237" y="2904"/>
                    </a:lnTo>
                    <a:lnTo>
                      <a:pt x="7239" y="2902"/>
                    </a:lnTo>
                    <a:lnTo>
                      <a:pt x="7242" y="2900"/>
                    </a:lnTo>
                    <a:lnTo>
                      <a:pt x="7243" y="2899"/>
                    </a:lnTo>
                    <a:lnTo>
                      <a:pt x="7244" y="2898"/>
                    </a:lnTo>
                    <a:lnTo>
                      <a:pt x="7245" y="2897"/>
                    </a:lnTo>
                    <a:lnTo>
                      <a:pt x="7246" y="2897"/>
                    </a:lnTo>
                    <a:lnTo>
                      <a:pt x="7247" y="2896"/>
                    </a:lnTo>
                    <a:lnTo>
                      <a:pt x="7248" y="2895"/>
                    </a:lnTo>
                    <a:lnTo>
                      <a:pt x="7248" y="2895"/>
                    </a:lnTo>
                    <a:lnTo>
                      <a:pt x="7248" y="2895"/>
                    </a:lnTo>
                    <a:lnTo>
                      <a:pt x="7249" y="2894"/>
                    </a:lnTo>
                    <a:lnTo>
                      <a:pt x="7250" y="2893"/>
                    </a:lnTo>
                    <a:lnTo>
                      <a:pt x="7252" y="2891"/>
                    </a:lnTo>
                    <a:lnTo>
                      <a:pt x="7253" y="2890"/>
                    </a:lnTo>
                    <a:lnTo>
                      <a:pt x="7253" y="2888"/>
                    </a:lnTo>
                    <a:lnTo>
                      <a:pt x="7255" y="2887"/>
                    </a:lnTo>
                    <a:lnTo>
                      <a:pt x="7255" y="2886"/>
                    </a:lnTo>
                    <a:lnTo>
                      <a:pt x="7255" y="2886"/>
                    </a:lnTo>
                    <a:lnTo>
                      <a:pt x="8147" y="1196"/>
                    </a:lnTo>
                    <a:lnTo>
                      <a:pt x="8152" y="1186"/>
                    </a:lnTo>
                    <a:lnTo>
                      <a:pt x="8158" y="1174"/>
                    </a:lnTo>
                    <a:lnTo>
                      <a:pt x="8164" y="1164"/>
                    </a:lnTo>
                    <a:lnTo>
                      <a:pt x="8169" y="1154"/>
                    </a:lnTo>
                    <a:lnTo>
                      <a:pt x="8228" y="1044"/>
                    </a:lnTo>
                    <a:lnTo>
                      <a:pt x="8246" y="1007"/>
                    </a:lnTo>
                    <a:lnTo>
                      <a:pt x="8266" y="971"/>
                    </a:lnTo>
                    <a:lnTo>
                      <a:pt x="8284" y="935"/>
                    </a:lnTo>
                    <a:lnTo>
                      <a:pt x="8304" y="899"/>
                    </a:lnTo>
                    <a:lnTo>
                      <a:pt x="8322" y="864"/>
                    </a:lnTo>
                    <a:lnTo>
                      <a:pt x="8341" y="828"/>
                    </a:lnTo>
                    <a:lnTo>
                      <a:pt x="8359" y="793"/>
                    </a:lnTo>
                    <a:lnTo>
                      <a:pt x="8378" y="758"/>
                    </a:lnTo>
                    <a:lnTo>
                      <a:pt x="8420" y="679"/>
                    </a:lnTo>
                    <a:lnTo>
                      <a:pt x="8438" y="645"/>
                    </a:lnTo>
                    <a:lnTo>
                      <a:pt x="8455" y="612"/>
                    </a:lnTo>
                    <a:lnTo>
                      <a:pt x="8473" y="579"/>
                    </a:lnTo>
                    <a:lnTo>
                      <a:pt x="8489" y="546"/>
                    </a:lnTo>
                    <a:lnTo>
                      <a:pt x="8507" y="514"/>
                    </a:lnTo>
                    <a:lnTo>
                      <a:pt x="8524" y="481"/>
                    </a:lnTo>
                    <a:lnTo>
                      <a:pt x="8541" y="449"/>
                    </a:lnTo>
                    <a:lnTo>
                      <a:pt x="8557" y="417"/>
                    </a:lnTo>
                    <a:lnTo>
                      <a:pt x="8603" y="332"/>
                    </a:lnTo>
                    <a:lnTo>
                      <a:pt x="8605" y="328"/>
                    </a:lnTo>
                    <a:lnTo>
                      <a:pt x="8606" y="325"/>
                    </a:lnTo>
                    <a:lnTo>
                      <a:pt x="8606" y="319"/>
                    </a:lnTo>
                    <a:lnTo>
                      <a:pt x="8606" y="31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0" name="Freeform 6">
                <a:extLst>
                  <a:ext uri="{FF2B5EF4-FFF2-40B4-BE49-F238E27FC236}">
                    <a16:creationId xmlns:a16="http://schemas.microsoft.com/office/drawing/2014/main" id="{D92F84D8-E525-4CFF-8CC7-162A6D116D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3714116"/>
                <a:ext cx="2276475" cy="168275"/>
              </a:xfrm>
              <a:custGeom>
                <a:avLst/>
                <a:gdLst>
                  <a:gd name="T0" fmla="*/ 8576 w 8606"/>
                  <a:gd name="T1" fmla="*/ 357 h 638"/>
                  <a:gd name="T2" fmla="*/ 8451 w 8606"/>
                  <a:gd name="T3" fmla="*/ 404 h 638"/>
                  <a:gd name="T4" fmla="*/ 8238 w 8606"/>
                  <a:gd name="T5" fmla="*/ 448 h 638"/>
                  <a:gd name="T6" fmla="*/ 7944 w 8606"/>
                  <a:gd name="T7" fmla="*/ 489 h 638"/>
                  <a:gd name="T8" fmla="*/ 7575 w 8606"/>
                  <a:gd name="T9" fmla="*/ 526 h 638"/>
                  <a:gd name="T10" fmla="*/ 7140 w 8606"/>
                  <a:gd name="T11" fmla="*/ 558 h 638"/>
                  <a:gd name="T12" fmla="*/ 6646 w 8606"/>
                  <a:gd name="T13" fmla="*/ 586 h 638"/>
                  <a:gd name="T14" fmla="*/ 6101 w 8606"/>
                  <a:gd name="T15" fmla="*/ 609 h 638"/>
                  <a:gd name="T16" fmla="*/ 5511 w 8606"/>
                  <a:gd name="T17" fmla="*/ 625 h 638"/>
                  <a:gd name="T18" fmla="*/ 4884 w 8606"/>
                  <a:gd name="T19" fmla="*/ 635 h 638"/>
                  <a:gd name="T20" fmla="*/ 4228 w 8606"/>
                  <a:gd name="T21" fmla="*/ 638 h 638"/>
                  <a:gd name="T22" fmla="*/ 3574 w 8606"/>
                  <a:gd name="T23" fmla="*/ 634 h 638"/>
                  <a:gd name="T24" fmla="*/ 2952 w 8606"/>
                  <a:gd name="T25" fmla="*/ 622 h 638"/>
                  <a:gd name="T26" fmla="*/ 2370 w 8606"/>
                  <a:gd name="T27" fmla="*/ 604 h 638"/>
                  <a:gd name="T28" fmla="*/ 1835 w 8606"/>
                  <a:gd name="T29" fmla="*/ 580 h 638"/>
                  <a:gd name="T30" fmla="*/ 1355 w 8606"/>
                  <a:gd name="T31" fmla="*/ 551 h 638"/>
                  <a:gd name="T32" fmla="*/ 935 w 8606"/>
                  <a:gd name="T33" fmla="*/ 517 h 638"/>
                  <a:gd name="T34" fmla="*/ 585 w 8606"/>
                  <a:gd name="T35" fmla="*/ 479 h 638"/>
                  <a:gd name="T36" fmla="*/ 309 w 8606"/>
                  <a:gd name="T37" fmla="*/ 438 h 638"/>
                  <a:gd name="T38" fmla="*/ 117 w 8606"/>
                  <a:gd name="T39" fmla="*/ 394 h 638"/>
                  <a:gd name="T40" fmla="*/ 15 w 8606"/>
                  <a:gd name="T41" fmla="*/ 346 h 638"/>
                  <a:gd name="T42" fmla="*/ 9 w 8606"/>
                  <a:gd name="T43" fmla="*/ 297 h 638"/>
                  <a:gd name="T44" fmla="*/ 103 w 8606"/>
                  <a:gd name="T45" fmla="*/ 249 h 638"/>
                  <a:gd name="T46" fmla="*/ 288 w 8606"/>
                  <a:gd name="T47" fmla="*/ 204 h 638"/>
                  <a:gd name="T48" fmla="*/ 556 w 8606"/>
                  <a:gd name="T49" fmla="*/ 162 h 638"/>
                  <a:gd name="T50" fmla="*/ 900 w 8606"/>
                  <a:gd name="T51" fmla="*/ 124 h 638"/>
                  <a:gd name="T52" fmla="*/ 1313 w 8606"/>
                  <a:gd name="T53" fmla="*/ 90 h 638"/>
                  <a:gd name="T54" fmla="*/ 1789 w 8606"/>
                  <a:gd name="T55" fmla="*/ 60 h 638"/>
                  <a:gd name="T56" fmla="*/ 2318 w 8606"/>
                  <a:gd name="T57" fmla="*/ 36 h 638"/>
                  <a:gd name="T58" fmla="*/ 2894 w 8606"/>
                  <a:gd name="T59" fmla="*/ 18 h 638"/>
                  <a:gd name="T60" fmla="*/ 3510 w 8606"/>
                  <a:gd name="T61" fmla="*/ 5 h 638"/>
                  <a:gd name="T62" fmla="*/ 4156 w 8606"/>
                  <a:gd name="T63" fmla="*/ 0 h 638"/>
                  <a:gd name="T64" fmla="*/ 4818 w 8606"/>
                  <a:gd name="T65" fmla="*/ 2 h 638"/>
                  <a:gd name="T66" fmla="*/ 5451 w 8606"/>
                  <a:gd name="T67" fmla="*/ 11 h 638"/>
                  <a:gd name="T68" fmla="*/ 6046 w 8606"/>
                  <a:gd name="T69" fmla="*/ 27 h 638"/>
                  <a:gd name="T70" fmla="*/ 6598 w 8606"/>
                  <a:gd name="T71" fmla="*/ 48 h 638"/>
                  <a:gd name="T72" fmla="*/ 7098 w 8606"/>
                  <a:gd name="T73" fmla="*/ 76 h 638"/>
                  <a:gd name="T74" fmla="*/ 7538 w 8606"/>
                  <a:gd name="T75" fmla="*/ 108 h 638"/>
                  <a:gd name="T76" fmla="*/ 7913 w 8606"/>
                  <a:gd name="T77" fmla="*/ 145 h 638"/>
                  <a:gd name="T78" fmla="*/ 8214 w 8606"/>
                  <a:gd name="T79" fmla="*/ 185 h 638"/>
                  <a:gd name="T80" fmla="*/ 8435 w 8606"/>
                  <a:gd name="T81" fmla="*/ 230 h 638"/>
                  <a:gd name="T82" fmla="*/ 8568 w 8606"/>
                  <a:gd name="T83" fmla="*/ 276 h 638"/>
                  <a:gd name="T84" fmla="*/ 8606 w 8606"/>
                  <a:gd name="T85" fmla="*/ 325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606" h="638">
                    <a:moveTo>
                      <a:pt x="8606" y="325"/>
                    </a:moveTo>
                    <a:lnTo>
                      <a:pt x="8597" y="341"/>
                    </a:lnTo>
                    <a:lnTo>
                      <a:pt x="8576" y="357"/>
                    </a:lnTo>
                    <a:lnTo>
                      <a:pt x="8545" y="373"/>
                    </a:lnTo>
                    <a:lnTo>
                      <a:pt x="8503" y="388"/>
                    </a:lnTo>
                    <a:lnTo>
                      <a:pt x="8451" y="404"/>
                    </a:lnTo>
                    <a:lnTo>
                      <a:pt x="8389" y="419"/>
                    </a:lnTo>
                    <a:lnTo>
                      <a:pt x="8318" y="434"/>
                    </a:lnTo>
                    <a:lnTo>
                      <a:pt x="8238" y="448"/>
                    </a:lnTo>
                    <a:lnTo>
                      <a:pt x="8149" y="463"/>
                    </a:lnTo>
                    <a:lnTo>
                      <a:pt x="8050" y="476"/>
                    </a:lnTo>
                    <a:lnTo>
                      <a:pt x="7944" y="489"/>
                    </a:lnTo>
                    <a:lnTo>
                      <a:pt x="7829" y="502"/>
                    </a:lnTo>
                    <a:lnTo>
                      <a:pt x="7706" y="514"/>
                    </a:lnTo>
                    <a:lnTo>
                      <a:pt x="7575" y="526"/>
                    </a:lnTo>
                    <a:lnTo>
                      <a:pt x="7437" y="538"/>
                    </a:lnTo>
                    <a:lnTo>
                      <a:pt x="7293" y="548"/>
                    </a:lnTo>
                    <a:lnTo>
                      <a:pt x="7140" y="558"/>
                    </a:lnTo>
                    <a:lnTo>
                      <a:pt x="6982" y="569"/>
                    </a:lnTo>
                    <a:lnTo>
                      <a:pt x="6817" y="578"/>
                    </a:lnTo>
                    <a:lnTo>
                      <a:pt x="6646" y="586"/>
                    </a:lnTo>
                    <a:lnTo>
                      <a:pt x="6470" y="594"/>
                    </a:lnTo>
                    <a:lnTo>
                      <a:pt x="6288" y="602"/>
                    </a:lnTo>
                    <a:lnTo>
                      <a:pt x="6101" y="609"/>
                    </a:lnTo>
                    <a:lnTo>
                      <a:pt x="5908" y="615"/>
                    </a:lnTo>
                    <a:lnTo>
                      <a:pt x="5712" y="620"/>
                    </a:lnTo>
                    <a:lnTo>
                      <a:pt x="5511" y="625"/>
                    </a:lnTo>
                    <a:lnTo>
                      <a:pt x="5305" y="629"/>
                    </a:lnTo>
                    <a:lnTo>
                      <a:pt x="5096" y="633"/>
                    </a:lnTo>
                    <a:lnTo>
                      <a:pt x="4884" y="635"/>
                    </a:lnTo>
                    <a:lnTo>
                      <a:pt x="4668" y="637"/>
                    </a:lnTo>
                    <a:lnTo>
                      <a:pt x="4450" y="638"/>
                    </a:lnTo>
                    <a:lnTo>
                      <a:pt x="4228" y="638"/>
                    </a:lnTo>
                    <a:lnTo>
                      <a:pt x="4007" y="637"/>
                    </a:lnTo>
                    <a:lnTo>
                      <a:pt x="3788" y="636"/>
                    </a:lnTo>
                    <a:lnTo>
                      <a:pt x="3574" y="634"/>
                    </a:lnTo>
                    <a:lnTo>
                      <a:pt x="3362" y="630"/>
                    </a:lnTo>
                    <a:lnTo>
                      <a:pt x="3155" y="626"/>
                    </a:lnTo>
                    <a:lnTo>
                      <a:pt x="2952" y="622"/>
                    </a:lnTo>
                    <a:lnTo>
                      <a:pt x="2753" y="617"/>
                    </a:lnTo>
                    <a:lnTo>
                      <a:pt x="2560" y="611"/>
                    </a:lnTo>
                    <a:lnTo>
                      <a:pt x="2370" y="604"/>
                    </a:lnTo>
                    <a:lnTo>
                      <a:pt x="2186" y="596"/>
                    </a:lnTo>
                    <a:lnTo>
                      <a:pt x="2008" y="589"/>
                    </a:lnTo>
                    <a:lnTo>
                      <a:pt x="1835" y="580"/>
                    </a:lnTo>
                    <a:lnTo>
                      <a:pt x="1669" y="571"/>
                    </a:lnTo>
                    <a:lnTo>
                      <a:pt x="1508" y="561"/>
                    </a:lnTo>
                    <a:lnTo>
                      <a:pt x="1355" y="551"/>
                    </a:lnTo>
                    <a:lnTo>
                      <a:pt x="1207" y="541"/>
                    </a:lnTo>
                    <a:lnTo>
                      <a:pt x="1068" y="530"/>
                    </a:lnTo>
                    <a:lnTo>
                      <a:pt x="935" y="517"/>
                    </a:lnTo>
                    <a:lnTo>
                      <a:pt x="810" y="505"/>
                    </a:lnTo>
                    <a:lnTo>
                      <a:pt x="693" y="492"/>
                    </a:lnTo>
                    <a:lnTo>
                      <a:pt x="585" y="479"/>
                    </a:lnTo>
                    <a:lnTo>
                      <a:pt x="484" y="466"/>
                    </a:lnTo>
                    <a:lnTo>
                      <a:pt x="392" y="452"/>
                    </a:lnTo>
                    <a:lnTo>
                      <a:pt x="309" y="438"/>
                    </a:lnTo>
                    <a:lnTo>
                      <a:pt x="235" y="423"/>
                    </a:lnTo>
                    <a:lnTo>
                      <a:pt x="171" y="408"/>
                    </a:lnTo>
                    <a:lnTo>
                      <a:pt x="117" y="394"/>
                    </a:lnTo>
                    <a:lnTo>
                      <a:pt x="72" y="378"/>
                    </a:lnTo>
                    <a:lnTo>
                      <a:pt x="38" y="362"/>
                    </a:lnTo>
                    <a:lnTo>
                      <a:pt x="15" y="346"/>
                    </a:lnTo>
                    <a:lnTo>
                      <a:pt x="2" y="330"/>
                    </a:lnTo>
                    <a:lnTo>
                      <a:pt x="0" y="313"/>
                    </a:lnTo>
                    <a:lnTo>
                      <a:pt x="9" y="297"/>
                    </a:lnTo>
                    <a:lnTo>
                      <a:pt x="30" y="280"/>
                    </a:lnTo>
                    <a:lnTo>
                      <a:pt x="61" y="265"/>
                    </a:lnTo>
                    <a:lnTo>
                      <a:pt x="103" y="249"/>
                    </a:lnTo>
                    <a:lnTo>
                      <a:pt x="155" y="234"/>
                    </a:lnTo>
                    <a:lnTo>
                      <a:pt x="217" y="218"/>
                    </a:lnTo>
                    <a:lnTo>
                      <a:pt x="288" y="204"/>
                    </a:lnTo>
                    <a:lnTo>
                      <a:pt x="368" y="190"/>
                    </a:lnTo>
                    <a:lnTo>
                      <a:pt x="457" y="175"/>
                    </a:lnTo>
                    <a:lnTo>
                      <a:pt x="556" y="162"/>
                    </a:lnTo>
                    <a:lnTo>
                      <a:pt x="662" y="148"/>
                    </a:lnTo>
                    <a:lnTo>
                      <a:pt x="777" y="136"/>
                    </a:lnTo>
                    <a:lnTo>
                      <a:pt x="900" y="124"/>
                    </a:lnTo>
                    <a:lnTo>
                      <a:pt x="1031" y="111"/>
                    </a:lnTo>
                    <a:lnTo>
                      <a:pt x="1169" y="100"/>
                    </a:lnTo>
                    <a:lnTo>
                      <a:pt x="1313" y="90"/>
                    </a:lnTo>
                    <a:lnTo>
                      <a:pt x="1466" y="79"/>
                    </a:lnTo>
                    <a:lnTo>
                      <a:pt x="1624" y="69"/>
                    </a:lnTo>
                    <a:lnTo>
                      <a:pt x="1789" y="60"/>
                    </a:lnTo>
                    <a:lnTo>
                      <a:pt x="1960" y="52"/>
                    </a:lnTo>
                    <a:lnTo>
                      <a:pt x="2136" y="43"/>
                    </a:lnTo>
                    <a:lnTo>
                      <a:pt x="2318" y="36"/>
                    </a:lnTo>
                    <a:lnTo>
                      <a:pt x="2505" y="29"/>
                    </a:lnTo>
                    <a:lnTo>
                      <a:pt x="2698" y="23"/>
                    </a:lnTo>
                    <a:lnTo>
                      <a:pt x="2894" y="18"/>
                    </a:lnTo>
                    <a:lnTo>
                      <a:pt x="3095" y="12"/>
                    </a:lnTo>
                    <a:lnTo>
                      <a:pt x="3301" y="8"/>
                    </a:lnTo>
                    <a:lnTo>
                      <a:pt x="3510" y="5"/>
                    </a:lnTo>
                    <a:lnTo>
                      <a:pt x="3722" y="3"/>
                    </a:lnTo>
                    <a:lnTo>
                      <a:pt x="3938" y="1"/>
                    </a:lnTo>
                    <a:lnTo>
                      <a:pt x="4156" y="0"/>
                    </a:lnTo>
                    <a:lnTo>
                      <a:pt x="4378" y="0"/>
                    </a:lnTo>
                    <a:lnTo>
                      <a:pt x="4599" y="1"/>
                    </a:lnTo>
                    <a:lnTo>
                      <a:pt x="4818" y="2"/>
                    </a:lnTo>
                    <a:lnTo>
                      <a:pt x="5032" y="4"/>
                    </a:lnTo>
                    <a:lnTo>
                      <a:pt x="5244" y="7"/>
                    </a:lnTo>
                    <a:lnTo>
                      <a:pt x="5451" y="11"/>
                    </a:lnTo>
                    <a:lnTo>
                      <a:pt x="5654" y="15"/>
                    </a:lnTo>
                    <a:lnTo>
                      <a:pt x="5853" y="21"/>
                    </a:lnTo>
                    <a:lnTo>
                      <a:pt x="6046" y="27"/>
                    </a:lnTo>
                    <a:lnTo>
                      <a:pt x="6236" y="34"/>
                    </a:lnTo>
                    <a:lnTo>
                      <a:pt x="6420" y="41"/>
                    </a:lnTo>
                    <a:lnTo>
                      <a:pt x="6598" y="48"/>
                    </a:lnTo>
                    <a:lnTo>
                      <a:pt x="6771" y="58"/>
                    </a:lnTo>
                    <a:lnTo>
                      <a:pt x="6937" y="67"/>
                    </a:lnTo>
                    <a:lnTo>
                      <a:pt x="7098" y="76"/>
                    </a:lnTo>
                    <a:lnTo>
                      <a:pt x="7251" y="87"/>
                    </a:lnTo>
                    <a:lnTo>
                      <a:pt x="7399" y="97"/>
                    </a:lnTo>
                    <a:lnTo>
                      <a:pt x="7538" y="108"/>
                    </a:lnTo>
                    <a:lnTo>
                      <a:pt x="7671" y="121"/>
                    </a:lnTo>
                    <a:lnTo>
                      <a:pt x="7796" y="133"/>
                    </a:lnTo>
                    <a:lnTo>
                      <a:pt x="7913" y="145"/>
                    </a:lnTo>
                    <a:lnTo>
                      <a:pt x="8021" y="159"/>
                    </a:lnTo>
                    <a:lnTo>
                      <a:pt x="8122" y="172"/>
                    </a:lnTo>
                    <a:lnTo>
                      <a:pt x="8214" y="185"/>
                    </a:lnTo>
                    <a:lnTo>
                      <a:pt x="8297" y="200"/>
                    </a:lnTo>
                    <a:lnTo>
                      <a:pt x="8371" y="214"/>
                    </a:lnTo>
                    <a:lnTo>
                      <a:pt x="8435" y="230"/>
                    </a:lnTo>
                    <a:lnTo>
                      <a:pt x="8489" y="244"/>
                    </a:lnTo>
                    <a:lnTo>
                      <a:pt x="8534" y="260"/>
                    </a:lnTo>
                    <a:lnTo>
                      <a:pt x="8568" y="276"/>
                    </a:lnTo>
                    <a:lnTo>
                      <a:pt x="8591" y="292"/>
                    </a:lnTo>
                    <a:lnTo>
                      <a:pt x="8604" y="308"/>
                    </a:lnTo>
                    <a:lnTo>
                      <a:pt x="8606" y="32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3" name="Freeform 11">
                <a:extLst>
                  <a:ext uri="{FF2B5EF4-FFF2-40B4-BE49-F238E27FC236}">
                    <a16:creationId xmlns:a16="http://schemas.microsoft.com/office/drawing/2014/main" id="{91B8D543-3457-4D09-8B97-F28DCFBC9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9300" y="2754790"/>
                <a:ext cx="3074988" cy="879475"/>
              </a:xfrm>
              <a:custGeom>
                <a:avLst/>
                <a:gdLst>
                  <a:gd name="T0" fmla="*/ 11508 w 11623"/>
                  <a:gd name="T1" fmla="*/ 345 h 3321"/>
                  <a:gd name="T2" fmla="*/ 11315 w 11623"/>
                  <a:gd name="T3" fmla="*/ 292 h 3321"/>
                  <a:gd name="T4" fmla="*/ 11036 w 11623"/>
                  <a:gd name="T5" fmla="*/ 242 h 3321"/>
                  <a:gd name="T6" fmla="*/ 10780 w 11623"/>
                  <a:gd name="T7" fmla="*/ 207 h 3321"/>
                  <a:gd name="T8" fmla="*/ 10530 w 11623"/>
                  <a:gd name="T9" fmla="*/ 179 h 3321"/>
                  <a:gd name="T10" fmla="*/ 10139 w 11623"/>
                  <a:gd name="T11" fmla="*/ 143 h 3321"/>
                  <a:gd name="T12" fmla="*/ 9726 w 11623"/>
                  <a:gd name="T13" fmla="*/ 112 h 3321"/>
                  <a:gd name="T14" fmla="*/ 9415 w 11623"/>
                  <a:gd name="T15" fmla="*/ 92 h 3321"/>
                  <a:gd name="T16" fmla="*/ 9091 w 11623"/>
                  <a:gd name="T17" fmla="*/ 75 h 3321"/>
                  <a:gd name="T18" fmla="*/ 8768 w 11623"/>
                  <a:gd name="T19" fmla="*/ 59 h 3321"/>
                  <a:gd name="T20" fmla="*/ 8307 w 11623"/>
                  <a:gd name="T21" fmla="*/ 42 h 3321"/>
                  <a:gd name="T22" fmla="*/ 7855 w 11623"/>
                  <a:gd name="T23" fmla="*/ 27 h 3321"/>
                  <a:gd name="T24" fmla="*/ 7315 w 11623"/>
                  <a:gd name="T25" fmla="*/ 14 h 3321"/>
                  <a:gd name="T26" fmla="*/ 6999 w 11623"/>
                  <a:gd name="T27" fmla="*/ 9 h 3321"/>
                  <a:gd name="T28" fmla="*/ 6674 w 11623"/>
                  <a:gd name="T29" fmla="*/ 5 h 3321"/>
                  <a:gd name="T30" fmla="*/ 6231 w 11623"/>
                  <a:gd name="T31" fmla="*/ 1 h 3321"/>
                  <a:gd name="T32" fmla="*/ 5916 w 11623"/>
                  <a:gd name="T33" fmla="*/ 0 h 3321"/>
                  <a:gd name="T34" fmla="*/ 5601 w 11623"/>
                  <a:gd name="T35" fmla="*/ 0 h 3321"/>
                  <a:gd name="T36" fmla="*/ 5292 w 11623"/>
                  <a:gd name="T37" fmla="*/ 2 h 3321"/>
                  <a:gd name="T38" fmla="*/ 4857 w 11623"/>
                  <a:gd name="T39" fmla="*/ 6 h 3321"/>
                  <a:gd name="T40" fmla="*/ 4419 w 11623"/>
                  <a:gd name="T41" fmla="*/ 12 h 3321"/>
                  <a:gd name="T42" fmla="*/ 3960 w 11623"/>
                  <a:gd name="T43" fmla="*/ 22 h 3321"/>
                  <a:gd name="T44" fmla="*/ 3625 w 11623"/>
                  <a:gd name="T45" fmla="*/ 32 h 3321"/>
                  <a:gd name="T46" fmla="*/ 3222 w 11623"/>
                  <a:gd name="T47" fmla="*/ 45 h 3321"/>
                  <a:gd name="T48" fmla="*/ 2802 w 11623"/>
                  <a:gd name="T49" fmla="*/ 63 h 3321"/>
                  <a:gd name="T50" fmla="*/ 2421 w 11623"/>
                  <a:gd name="T51" fmla="*/ 81 h 3321"/>
                  <a:gd name="T52" fmla="*/ 2003 w 11623"/>
                  <a:gd name="T53" fmla="*/ 106 h 3321"/>
                  <a:gd name="T54" fmla="*/ 1668 w 11623"/>
                  <a:gd name="T55" fmla="*/ 128 h 3321"/>
                  <a:gd name="T56" fmla="*/ 1299 w 11623"/>
                  <a:gd name="T57" fmla="*/ 159 h 3321"/>
                  <a:gd name="T58" fmla="*/ 1005 w 11623"/>
                  <a:gd name="T59" fmla="*/ 188 h 3321"/>
                  <a:gd name="T60" fmla="*/ 736 w 11623"/>
                  <a:gd name="T61" fmla="*/ 220 h 3321"/>
                  <a:gd name="T62" fmla="*/ 498 w 11623"/>
                  <a:gd name="T63" fmla="*/ 256 h 3321"/>
                  <a:gd name="T64" fmla="*/ 269 w 11623"/>
                  <a:gd name="T65" fmla="*/ 300 h 3321"/>
                  <a:gd name="T66" fmla="*/ 84 w 11623"/>
                  <a:gd name="T67" fmla="*/ 357 h 3321"/>
                  <a:gd name="T68" fmla="*/ 7 w 11623"/>
                  <a:gd name="T69" fmla="*/ 409 h 3321"/>
                  <a:gd name="T70" fmla="*/ 1015 w 11623"/>
                  <a:gd name="T71" fmla="*/ 2364 h 3321"/>
                  <a:gd name="T72" fmla="*/ 1429 w 11623"/>
                  <a:gd name="T73" fmla="*/ 3052 h 3321"/>
                  <a:gd name="T74" fmla="*/ 1636 w 11623"/>
                  <a:gd name="T75" fmla="*/ 3107 h 3321"/>
                  <a:gd name="T76" fmla="*/ 1901 w 11623"/>
                  <a:gd name="T77" fmla="*/ 3149 h 3321"/>
                  <a:gd name="T78" fmla="*/ 2181 w 11623"/>
                  <a:gd name="T79" fmla="*/ 3182 h 3321"/>
                  <a:gd name="T80" fmla="*/ 2445 w 11623"/>
                  <a:gd name="T81" fmla="*/ 3206 h 3321"/>
                  <a:gd name="T82" fmla="*/ 2682 w 11623"/>
                  <a:gd name="T83" fmla="*/ 3226 h 3321"/>
                  <a:gd name="T84" fmla="*/ 2976 w 11623"/>
                  <a:gd name="T85" fmla="*/ 3246 h 3321"/>
                  <a:gd name="T86" fmla="*/ 3333 w 11623"/>
                  <a:gd name="T87" fmla="*/ 3265 h 3321"/>
                  <a:gd name="T88" fmla="*/ 3779 w 11623"/>
                  <a:gd name="T89" fmla="*/ 3285 h 3321"/>
                  <a:gd name="T90" fmla="*/ 4315 w 11623"/>
                  <a:gd name="T91" fmla="*/ 3301 h 3321"/>
                  <a:gd name="T92" fmla="*/ 4877 w 11623"/>
                  <a:gd name="T93" fmla="*/ 3314 h 3321"/>
                  <a:gd name="T94" fmla="*/ 5419 w 11623"/>
                  <a:gd name="T95" fmla="*/ 3320 h 3321"/>
                  <a:gd name="T96" fmla="*/ 5947 w 11623"/>
                  <a:gd name="T97" fmla="*/ 3321 h 3321"/>
                  <a:gd name="T98" fmla="*/ 6477 w 11623"/>
                  <a:gd name="T99" fmla="*/ 3317 h 3321"/>
                  <a:gd name="T100" fmla="*/ 6967 w 11623"/>
                  <a:gd name="T101" fmla="*/ 3309 h 3321"/>
                  <a:gd name="T102" fmla="*/ 7400 w 11623"/>
                  <a:gd name="T103" fmla="*/ 3299 h 3321"/>
                  <a:gd name="T104" fmla="*/ 7729 w 11623"/>
                  <a:gd name="T105" fmla="*/ 3289 h 3321"/>
                  <a:gd name="T106" fmla="*/ 8090 w 11623"/>
                  <a:gd name="T107" fmla="*/ 3274 h 3321"/>
                  <a:gd name="T108" fmla="*/ 8659 w 11623"/>
                  <a:gd name="T109" fmla="*/ 3245 h 3321"/>
                  <a:gd name="T110" fmla="*/ 9012 w 11623"/>
                  <a:gd name="T111" fmla="*/ 3220 h 3321"/>
                  <a:gd name="T112" fmla="*/ 9410 w 11623"/>
                  <a:gd name="T113" fmla="*/ 3186 h 3321"/>
                  <a:gd name="T114" fmla="*/ 9774 w 11623"/>
                  <a:gd name="T115" fmla="*/ 3142 h 3321"/>
                  <a:gd name="T116" fmla="*/ 10017 w 11623"/>
                  <a:gd name="T117" fmla="*/ 3100 h 3321"/>
                  <a:gd name="T118" fmla="*/ 10179 w 11623"/>
                  <a:gd name="T119" fmla="*/ 3058 h 3321"/>
                  <a:gd name="T120" fmla="*/ 10263 w 11623"/>
                  <a:gd name="T121" fmla="*/ 3012 h 3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623" h="3321">
                    <a:moveTo>
                      <a:pt x="11622" y="425"/>
                    </a:moveTo>
                    <a:lnTo>
                      <a:pt x="11622" y="423"/>
                    </a:lnTo>
                    <a:lnTo>
                      <a:pt x="11621" y="421"/>
                    </a:lnTo>
                    <a:lnTo>
                      <a:pt x="11620" y="417"/>
                    </a:lnTo>
                    <a:lnTo>
                      <a:pt x="11617" y="413"/>
                    </a:lnTo>
                    <a:lnTo>
                      <a:pt x="11616" y="411"/>
                    </a:lnTo>
                    <a:lnTo>
                      <a:pt x="11615" y="409"/>
                    </a:lnTo>
                    <a:lnTo>
                      <a:pt x="11610" y="403"/>
                    </a:lnTo>
                    <a:lnTo>
                      <a:pt x="11607" y="399"/>
                    </a:lnTo>
                    <a:lnTo>
                      <a:pt x="11605" y="397"/>
                    </a:lnTo>
                    <a:lnTo>
                      <a:pt x="11603" y="395"/>
                    </a:lnTo>
                    <a:lnTo>
                      <a:pt x="11596" y="389"/>
                    </a:lnTo>
                    <a:lnTo>
                      <a:pt x="11588" y="383"/>
                    </a:lnTo>
                    <a:lnTo>
                      <a:pt x="11587" y="383"/>
                    </a:lnTo>
                    <a:lnTo>
                      <a:pt x="11586" y="382"/>
                    </a:lnTo>
                    <a:lnTo>
                      <a:pt x="11576" y="377"/>
                    </a:lnTo>
                    <a:lnTo>
                      <a:pt x="11566" y="371"/>
                    </a:lnTo>
                    <a:lnTo>
                      <a:pt x="11563" y="368"/>
                    </a:lnTo>
                    <a:lnTo>
                      <a:pt x="11559" y="366"/>
                    </a:lnTo>
                    <a:lnTo>
                      <a:pt x="11550" y="362"/>
                    </a:lnTo>
                    <a:lnTo>
                      <a:pt x="11540" y="358"/>
                    </a:lnTo>
                    <a:lnTo>
                      <a:pt x="11535" y="356"/>
                    </a:lnTo>
                    <a:lnTo>
                      <a:pt x="11530" y="354"/>
                    </a:lnTo>
                    <a:lnTo>
                      <a:pt x="11520" y="350"/>
                    </a:lnTo>
                    <a:lnTo>
                      <a:pt x="11508" y="345"/>
                    </a:lnTo>
                    <a:lnTo>
                      <a:pt x="11503" y="344"/>
                    </a:lnTo>
                    <a:lnTo>
                      <a:pt x="11499" y="342"/>
                    </a:lnTo>
                    <a:lnTo>
                      <a:pt x="11490" y="339"/>
                    </a:lnTo>
                    <a:lnTo>
                      <a:pt x="11482" y="335"/>
                    </a:lnTo>
                    <a:lnTo>
                      <a:pt x="11472" y="332"/>
                    </a:lnTo>
                    <a:lnTo>
                      <a:pt x="11463" y="330"/>
                    </a:lnTo>
                    <a:lnTo>
                      <a:pt x="11459" y="329"/>
                    </a:lnTo>
                    <a:lnTo>
                      <a:pt x="11456" y="328"/>
                    </a:lnTo>
                    <a:lnTo>
                      <a:pt x="11448" y="325"/>
                    </a:lnTo>
                    <a:lnTo>
                      <a:pt x="11439" y="323"/>
                    </a:lnTo>
                    <a:lnTo>
                      <a:pt x="11430" y="320"/>
                    </a:lnTo>
                    <a:lnTo>
                      <a:pt x="11422" y="318"/>
                    </a:lnTo>
                    <a:lnTo>
                      <a:pt x="11415" y="316"/>
                    </a:lnTo>
                    <a:lnTo>
                      <a:pt x="11406" y="314"/>
                    </a:lnTo>
                    <a:lnTo>
                      <a:pt x="11399" y="312"/>
                    </a:lnTo>
                    <a:lnTo>
                      <a:pt x="11392" y="310"/>
                    </a:lnTo>
                    <a:lnTo>
                      <a:pt x="11384" y="308"/>
                    </a:lnTo>
                    <a:lnTo>
                      <a:pt x="11375" y="307"/>
                    </a:lnTo>
                    <a:lnTo>
                      <a:pt x="11367" y="305"/>
                    </a:lnTo>
                    <a:lnTo>
                      <a:pt x="11359" y="303"/>
                    </a:lnTo>
                    <a:lnTo>
                      <a:pt x="11350" y="300"/>
                    </a:lnTo>
                    <a:lnTo>
                      <a:pt x="11340" y="297"/>
                    </a:lnTo>
                    <a:lnTo>
                      <a:pt x="11331" y="295"/>
                    </a:lnTo>
                    <a:lnTo>
                      <a:pt x="11322" y="293"/>
                    </a:lnTo>
                    <a:lnTo>
                      <a:pt x="11315" y="292"/>
                    </a:lnTo>
                    <a:lnTo>
                      <a:pt x="11307" y="290"/>
                    </a:lnTo>
                    <a:lnTo>
                      <a:pt x="11294" y="288"/>
                    </a:lnTo>
                    <a:lnTo>
                      <a:pt x="11281" y="285"/>
                    </a:lnTo>
                    <a:lnTo>
                      <a:pt x="11267" y="282"/>
                    </a:lnTo>
                    <a:lnTo>
                      <a:pt x="11253" y="279"/>
                    </a:lnTo>
                    <a:lnTo>
                      <a:pt x="11246" y="278"/>
                    </a:lnTo>
                    <a:lnTo>
                      <a:pt x="11239" y="277"/>
                    </a:lnTo>
                    <a:lnTo>
                      <a:pt x="11228" y="275"/>
                    </a:lnTo>
                    <a:lnTo>
                      <a:pt x="11217" y="273"/>
                    </a:lnTo>
                    <a:lnTo>
                      <a:pt x="11205" y="271"/>
                    </a:lnTo>
                    <a:lnTo>
                      <a:pt x="11193" y="267"/>
                    </a:lnTo>
                    <a:lnTo>
                      <a:pt x="11183" y="266"/>
                    </a:lnTo>
                    <a:lnTo>
                      <a:pt x="11171" y="264"/>
                    </a:lnTo>
                    <a:lnTo>
                      <a:pt x="11161" y="262"/>
                    </a:lnTo>
                    <a:lnTo>
                      <a:pt x="11150" y="260"/>
                    </a:lnTo>
                    <a:lnTo>
                      <a:pt x="11139" y="258"/>
                    </a:lnTo>
                    <a:lnTo>
                      <a:pt x="11128" y="256"/>
                    </a:lnTo>
                    <a:lnTo>
                      <a:pt x="11117" y="255"/>
                    </a:lnTo>
                    <a:lnTo>
                      <a:pt x="11104" y="253"/>
                    </a:lnTo>
                    <a:lnTo>
                      <a:pt x="11092" y="251"/>
                    </a:lnTo>
                    <a:lnTo>
                      <a:pt x="11080" y="249"/>
                    </a:lnTo>
                    <a:lnTo>
                      <a:pt x="11066" y="247"/>
                    </a:lnTo>
                    <a:lnTo>
                      <a:pt x="11054" y="245"/>
                    </a:lnTo>
                    <a:lnTo>
                      <a:pt x="11045" y="243"/>
                    </a:lnTo>
                    <a:lnTo>
                      <a:pt x="11036" y="242"/>
                    </a:lnTo>
                    <a:lnTo>
                      <a:pt x="11018" y="240"/>
                    </a:lnTo>
                    <a:lnTo>
                      <a:pt x="11000" y="237"/>
                    </a:lnTo>
                    <a:lnTo>
                      <a:pt x="10983" y="234"/>
                    </a:lnTo>
                    <a:lnTo>
                      <a:pt x="10964" y="231"/>
                    </a:lnTo>
                    <a:lnTo>
                      <a:pt x="10962" y="231"/>
                    </a:lnTo>
                    <a:lnTo>
                      <a:pt x="10960" y="230"/>
                    </a:lnTo>
                    <a:lnTo>
                      <a:pt x="10946" y="228"/>
                    </a:lnTo>
                    <a:lnTo>
                      <a:pt x="10931" y="227"/>
                    </a:lnTo>
                    <a:lnTo>
                      <a:pt x="10923" y="225"/>
                    </a:lnTo>
                    <a:lnTo>
                      <a:pt x="10914" y="224"/>
                    </a:lnTo>
                    <a:lnTo>
                      <a:pt x="10905" y="223"/>
                    </a:lnTo>
                    <a:lnTo>
                      <a:pt x="10896" y="222"/>
                    </a:lnTo>
                    <a:lnTo>
                      <a:pt x="10888" y="221"/>
                    </a:lnTo>
                    <a:lnTo>
                      <a:pt x="10880" y="220"/>
                    </a:lnTo>
                    <a:lnTo>
                      <a:pt x="10870" y="219"/>
                    </a:lnTo>
                    <a:lnTo>
                      <a:pt x="10862" y="217"/>
                    </a:lnTo>
                    <a:lnTo>
                      <a:pt x="10853" y="216"/>
                    </a:lnTo>
                    <a:lnTo>
                      <a:pt x="10844" y="215"/>
                    </a:lnTo>
                    <a:lnTo>
                      <a:pt x="10834" y="214"/>
                    </a:lnTo>
                    <a:lnTo>
                      <a:pt x="10826" y="213"/>
                    </a:lnTo>
                    <a:lnTo>
                      <a:pt x="10817" y="212"/>
                    </a:lnTo>
                    <a:lnTo>
                      <a:pt x="10808" y="211"/>
                    </a:lnTo>
                    <a:lnTo>
                      <a:pt x="10798" y="210"/>
                    </a:lnTo>
                    <a:lnTo>
                      <a:pt x="10788" y="208"/>
                    </a:lnTo>
                    <a:lnTo>
                      <a:pt x="10780" y="207"/>
                    </a:lnTo>
                    <a:lnTo>
                      <a:pt x="10770" y="206"/>
                    </a:lnTo>
                    <a:lnTo>
                      <a:pt x="10761" y="205"/>
                    </a:lnTo>
                    <a:lnTo>
                      <a:pt x="10752" y="204"/>
                    </a:lnTo>
                    <a:lnTo>
                      <a:pt x="10743" y="203"/>
                    </a:lnTo>
                    <a:lnTo>
                      <a:pt x="10732" y="202"/>
                    </a:lnTo>
                    <a:lnTo>
                      <a:pt x="10722" y="201"/>
                    </a:lnTo>
                    <a:lnTo>
                      <a:pt x="10713" y="200"/>
                    </a:lnTo>
                    <a:lnTo>
                      <a:pt x="10703" y="198"/>
                    </a:lnTo>
                    <a:lnTo>
                      <a:pt x="10694" y="197"/>
                    </a:lnTo>
                    <a:lnTo>
                      <a:pt x="10685" y="196"/>
                    </a:lnTo>
                    <a:lnTo>
                      <a:pt x="10676" y="195"/>
                    </a:lnTo>
                    <a:lnTo>
                      <a:pt x="10669" y="194"/>
                    </a:lnTo>
                    <a:lnTo>
                      <a:pt x="10663" y="193"/>
                    </a:lnTo>
                    <a:lnTo>
                      <a:pt x="10663" y="193"/>
                    </a:lnTo>
                    <a:lnTo>
                      <a:pt x="10663" y="193"/>
                    </a:lnTo>
                    <a:lnTo>
                      <a:pt x="10652" y="192"/>
                    </a:lnTo>
                    <a:lnTo>
                      <a:pt x="10642" y="191"/>
                    </a:lnTo>
                    <a:lnTo>
                      <a:pt x="10630" y="190"/>
                    </a:lnTo>
                    <a:lnTo>
                      <a:pt x="10619" y="188"/>
                    </a:lnTo>
                    <a:lnTo>
                      <a:pt x="10612" y="188"/>
                    </a:lnTo>
                    <a:lnTo>
                      <a:pt x="10605" y="187"/>
                    </a:lnTo>
                    <a:lnTo>
                      <a:pt x="10587" y="185"/>
                    </a:lnTo>
                    <a:lnTo>
                      <a:pt x="10568" y="183"/>
                    </a:lnTo>
                    <a:lnTo>
                      <a:pt x="10550" y="181"/>
                    </a:lnTo>
                    <a:lnTo>
                      <a:pt x="10530" y="179"/>
                    </a:lnTo>
                    <a:lnTo>
                      <a:pt x="10523" y="179"/>
                    </a:lnTo>
                    <a:lnTo>
                      <a:pt x="10515" y="178"/>
                    </a:lnTo>
                    <a:lnTo>
                      <a:pt x="10500" y="176"/>
                    </a:lnTo>
                    <a:lnTo>
                      <a:pt x="10485" y="175"/>
                    </a:lnTo>
                    <a:lnTo>
                      <a:pt x="10469" y="173"/>
                    </a:lnTo>
                    <a:lnTo>
                      <a:pt x="10454" y="172"/>
                    </a:lnTo>
                    <a:lnTo>
                      <a:pt x="10441" y="171"/>
                    </a:lnTo>
                    <a:lnTo>
                      <a:pt x="10428" y="169"/>
                    </a:lnTo>
                    <a:lnTo>
                      <a:pt x="10413" y="168"/>
                    </a:lnTo>
                    <a:lnTo>
                      <a:pt x="10398" y="167"/>
                    </a:lnTo>
                    <a:lnTo>
                      <a:pt x="10391" y="166"/>
                    </a:lnTo>
                    <a:lnTo>
                      <a:pt x="10384" y="164"/>
                    </a:lnTo>
                    <a:lnTo>
                      <a:pt x="10359" y="162"/>
                    </a:lnTo>
                    <a:lnTo>
                      <a:pt x="10333" y="160"/>
                    </a:lnTo>
                    <a:lnTo>
                      <a:pt x="10309" y="158"/>
                    </a:lnTo>
                    <a:lnTo>
                      <a:pt x="10283" y="155"/>
                    </a:lnTo>
                    <a:lnTo>
                      <a:pt x="10279" y="155"/>
                    </a:lnTo>
                    <a:lnTo>
                      <a:pt x="10275" y="155"/>
                    </a:lnTo>
                    <a:lnTo>
                      <a:pt x="10246" y="152"/>
                    </a:lnTo>
                    <a:lnTo>
                      <a:pt x="10218" y="150"/>
                    </a:lnTo>
                    <a:lnTo>
                      <a:pt x="10189" y="147"/>
                    </a:lnTo>
                    <a:lnTo>
                      <a:pt x="10160" y="145"/>
                    </a:lnTo>
                    <a:lnTo>
                      <a:pt x="10155" y="145"/>
                    </a:lnTo>
                    <a:lnTo>
                      <a:pt x="10149" y="144"/>
                    </a:lnTo>
                    <a:lnTo>
                      <a:pt x="10139" y="143"/>
                    </a:lnTo>
                    <a:lnTo>
                      <a:pt x="10127" y="142"/>
                    </a:lnTo>
                    <a:lnTo>
                      <a:pt x="10109" y="141"/>
                    </a:lnTo>
                    <a:lnTo>
                      <a:pt x="10090" y="139"/>
                    </a:lnTo>
                    <a:lnTo>
                      <a:pt x="10071" y="138"/>
                    </a:lnTo>
                    <a:lnTo>
                      <a:pt x="10052" y="136"/>
                    </a:lnTo>
                    <a:lnTo>
                      <a:pt x="10043" y="136"/>
                    </a:lnTo>
                    <a:lnTo>
                      <a:pt x="10033" y="135"/>
                    </a:lnTo>
                    <a:lnTo>
                      <a:pt x="10023" y="134"/>
                    </a:lnTo>
                    <a:lnTo>
                      <a:pt x="10014" y="134"/>
                    </a:lnTo>
                    <a:lnTo>
                      <a:pt x="9993" y="132"/>
                    </a:lnTo>
                    <a:lnTo>
                      <a:pt x="9973" y="130"/>
                    </a:lnTo>
                    <a:lnTo>
                      <a:pt x="9952" y="128"/>
                    </a:lnTo>
                    <a:lnTo>
                      <a:pt x="9931" y="126"/>
                    </a:lnTo>
                    <a:lnTo>
                      <a:pt x="9919" y="126"/>
                    </a:lnTo>
                    <a:lnTo>
                      <a:pt x="9908" y="125"/>
                    </a:lnTo>
                    <a:lnTo>
                      <a:pt x="9905" y="125"/>
                    </a:lnTo>
                    <a:lnTo>
                      <a:pt x="9901" y="124"/>
                    </a:lnTo>
                    <a:lnTo>
                      <a:pt x="9875" y="122"/>
                    </a:lnTo>
                    <a:lnTo>
                      <a:pt x="9847" y="120"/>
                    </a:lnTo>
                    <a:lnTo>
                      <a:pt x="9820" y="119"/>
                    </a:lnTo>
                    <a:lnTo>
                      <a:pt x="9793" y="117"/>
                    </a:lnTo>
                    <a:lnTo>
                      <a:pt x="9781" y="116"/>
                    </a:lnTo>
                    <a:lnTo>
                      <a:pt x="9770" y="115"/>
                    </a:lnTo>
                    <a:lnTo>
                      <a:pt x="9748" y="114"/>
                    </a:lnTo>
                    <a:lnTo>
                      <a:pt x="9726" y="112"/>
                    </a:lnTo>
                    <a:lnTo>
                      <a:pt x="9704" y="111"/>
                    </a:lnTo>
                    <a:lnTo>
                      <a:pt x="9682" y="109"/>
                    </a:lnTo>
                    <a:lnTo>
                      <a:pt x="9676" y="109"/>
                    </a:lnTo>
                    <a:lnTo>
                      <a:pt x="9671" y="109"/>
                    </a:lnTo>
                    <a:lnTo>
                      <a:pt x="9660" y="108"/>
                    </a:lnTo>
                    <a:lnTo>
                      <a:pt x="9649" y="107"/>
                    </a:lnTo>
                    <a:lnTo>
                      <a:pt x="9639" y="107"/>
                    </a:lnTo>
                    <a:lnTo>
                      <a:pt x="9628" y="106"/>
                    </a:lnTo>
                    <a:lnTo>
                      <a:pt x="9614" y="105"/>
                    </a:lnTo>
                    <a:lnTo>
                      <a:pt x="9601" y="104"/>
                    </a:lnTo>
                    <a:lnTo>
                      <a:pt x="9586" y="103"/>
                    </a:lnTo>
                    <a:lnTo>
                      <a:pt x="9573" y="103"/>
                    </a:lnTo>
                    <a:lnTo>
                      <a:pt x="9559" y="102"/>
                    </a:lnTo>
                    <a:lnTo>
                      <a:pt x="9547" y="101"/>
                    </a:lnTo>
                    <a:lnTo>
                      <a:pt x="9534" y="100"/>
                    </a:lnTo>
                    <a:lnTo>
                      <a:pt x="9521" y="100"/>
                    </a:lnTo>
                    <a:lnTo>
                      <a:pt x="9506" y="99"/>
                    </a:lnTo>
                    <a:lnTo>
                      <a:pt x="9491" y="98"/>
                    </a:lnTo>
                    <a:lnTo>
                      <a:pt x="9476" y="96"/>
                    </a:lnTo>
                    <a:lnTo>
                      <a:pt x="9460" y="95"/>
                    </a:lnTo>
                    <a:lnTo>
                      <a:pt x="9452" y="94"/>
                    </a:lnTo>
                    <a:lnTo>
                      <a:pt x="9444" y="94"/>
                    </a:lnTo>
                    <a:lnTo>
                      <a:pt x="9434" y="93"/>
                    </a:lnTo>
                    <a:lnTo>
                      <a:pt x="9424" y="93"/>
                    </a:lnTo>
                    <a:lnTo>
                      <a:pt x="9415" y="92"/>
                    </a:lnTo>
                    <a:lnTo>
                      <a:pt x="9406" y="92"/>
                    </a:lnTo>
                    <a:lnTo>
                      <a:pt x="9391" y="91"/>
                    </a:lnTo>
                    <a:lnTo>
                      <a:pt x="9378" y="90"/>
                    </a:lnTo>
                    <a:lnTo>
                      <a:pt x="9364" y="89"/>
                    </a:lnTo>
                    <a:lnTo>
                      <a:pt x="9350" y="89"/>
                    </a:lnTo>
                    <a:lnTo>
                      <a:pt x="9336" y="88"/>
                    </a:lnTo>
                    <a:lnTo>
                      <a:pt x="9321" y="87"/>
                    </a:lnTo>
                    <a:lnTo>
                      <a:pt x="9307" y="86"/>
                    </a:lnTo>
                    <a:lnTo>
                      <a:pt x="9292" y="85"/>
                    </a:lnTo>
                    <a:lnTo>
                      <a:pt x="9278" y="85"/>
                    </a:lnTo>
                    <a:lnTo>
                      <a:pt x="9264" y="84"/>
                    </a:lnTo>
                    <a:lnTo>
                      <a:pt x="9251" y="83"/>
                    </a:lnTo>
                    <a:lnTo>
                      <a:pt x="9237" y="83"/>
                    </a:lnTo>
                    <a:lnTo>
                      <a:pt x="9225" y="82"/>
                    </a:lnTo>
                    <a:lnTo>
                      <a:pt x="9214" y="81"/>
                    </a:lnTo>
                    <a:lnTo>
                      <a:pt x="9205" y="81"/>
                    </a:lnTo>
                    <a:lnTo>
                      <a:pt x="9195" y="80"/>
                    </a:lnTo>
                    <a:lnTo>
                      <a:pt x="9186" y="80"/>
                    </a:lnTo>
                    <a:lnTo>
                      <a:pt x="9177" y="79"/>
                    </a:lnTo>
                    <a:lnTo>
                      <a:pt x="9163" y="79"/>
                    </a:lnTo>
                    <a:lnTo>
                      <a:pt x="9150" y="78"/>
                    </a:lnTo>
                    <a:lnTo>
                      <a:pt x="9136" y="77"/>
                    </a:lnTo>
                    <a:lnTo>
                      <a:pt x="9122" y="77"/>
                    </a:lnTo>
                    <a:lnTo>
                      <a:pt x="9107" y="76"/>
                    </a:lnTo>
                    <a:lnTo>
                      <a:pt x="9091" y="75"/>
                    </a:lnTo>
                    <a:lnTo>
                      <a:pt x="9077" y="74"/>
                    </a:lnTo>
                    <a:lnTo>
                      <a:pt x="9061" y="74"/>
                    </a:lnTo>
                    <a:lnTo>
                      <a:pt x="9049" y="73"/>
                    </a:lnTo>
                    <a:lnTo>
                      <a:pt x="9036" y="72"/>
                    </a:lnTo>
                    <a:lnTo>
                      <a:pt x="9023" y="72"/>
                    </a:lnTo>
                    <a:lnTo>
                      <a:pt x="9010" y="71"/>
                    </a:lnTo>
                    <a:lnTo>
                      <a:pt x="8998" y="71"/>
                    </a:lnTo>
                    <a:lnTo>
                      <a:pt x="8985" y="70"/>
                    </a:lnTo>
                    <a:lnTo>
                      <a:pt x="8973" y="69"/>
                    </a:lnTo>
                    <a:lnTo>
                      <a:pt x="8961" y="69"/>
                    </a:lnTo>
                    <a:lnTo>
                      <a:pt x="8950" y="68"/>
                    </a:lnTo>
                    <a:lnTo>
                      <a:pt x="8939" y="68"/>
                    </a:lnTo>
                    <a:lnTo>
                      <a:pt x="8927" y="67"/>
                    </a:lnTo>
                    <a:lnTo>
                      <a:pt x="8916" y="67"/>
                    </a:lnTo>
                    <a:lnTo>
                      <a:pt x="8905" y="66"/>
                    </a:lnTo>
                    <a:lnTo>
                      <a:pt x="8893" y="66"/>
                    </a:lnTo>
                    <a:lnTo>
                      <a:pt x="8877" y="65"/>
                    </a:lnTo>
                    <a:lnTo>
                      <a:pt x="8860" y="64"/>
                    </a:lnTo>
                    <a:lnTo>
                      <a:pt x="8844" y="64"/>
                    </a:lnTo>
                    <a:lnTo>
                      <a:pt x="8827" y="63"/>
                    </a:lnTo>
                    <a:lnTo>
                      <a:pt x="8815" y="61"/>
                    </a:lnTo>
                    <a:lnTo>
                      <a:pt x="8802" y="61"/>
                    </a:lnTo>
                    <a:lnTo>
                      <a:pt x="8788" y="60"/>
                    </a:lnTo>
                    <a:lnTo>
                      <a:pt x="8776" y="60"/>
                    </a:lnTo>
                    <a:lnTo>
                      <a:pt x="8768" y="59"/>
                    </a:lnTo>
                    <a:lnTo>
                      <a:pt x="8759" y="59"/>
                    </a:lnTo>
                    <a:lnTo>
                      <a:pt x="8751" y="59"/>
                    </a:lnTo>
                    <a:lnTo>
                      <a:pt x="8742" y="58"/>
                    </a:lnTo>
                    <a:lnTo>
                      <a:pt x="8717" y="57"/>
                    </a:lnTo>
                    <a:lnTo>
                      <a:pt x="8691" y="56"/>
                    </a:lnTo>
                    <a:lnTo>
                      <a:pt x="8666" y="55"/>
                    </a:lnTo>
                    <a:lnTo>
                      <a:pt x="8640" y="54"/>
                    </a:lnTo>
                    <a:lnTo>
                      <a:pt x="8614" y="53"/>
                    </a:lnTo>
                    <a:lnTo>
                      <a:pt x="8588" y="52"/>
                    </a:lnTo>
                    <a:lnTo>
                      <a:pt x="8563" y="51"/>
                    </a:lnTo>
                    <a:lnTo>
                      <a:pt x="8537" y="50"/>
                    </a:lnTo>
                    <a:lnTo>
                      <a:pt x="8534" y="50"/>
                    </a:lnTo>
                    <a:lnTo>
                      <a:pt x="8532" y="50"/>
                    </a:lnTo>
                    <a:lnTo>
                      <a:pt x="8523" y="49"/>
                    </a:lnTo>
                    <a:lnTo>
                      <a:pt x="8516" y="49"/>
                    </a:lnTo>
                    <a:lnTo>
                      <a:pt x="8492" y="48"/>
                    </a:lnTo>
                    <a:lnTo>
                      <a:pt x="8469" y="47"/>
                    </a:lnTo>
                    <a:lnTo>
                      <a:pt x="8444" y="46"/>
                    </a:lnTo>
                    <a:lnTo>
                      <a:pt x="8420" y="46"/>
                    </a:lnTo>
                    <a:lnTo>
                      <a:pt x="8396" y="45"/>
                    </a:lnTo>
                    <a:lnTo>
                      <a:pt x="8372" y="44"/>
                    </a:lnTo>
                    <a:lnTo>
                      <a:pt x="8347" y="43"/>
                    </a:lnTo>
                    <a:lnTo>
                      <a:pt x="8322" y="42"/>
                    </a:lnTo>
                    <a:lnTo>
                      <a:pt x="8315" y="42"/>
                    </a:lnTo>
                    <a:lnTo>
                      <a:pt x="8307" y="42"/>
                    </a:lnTo>
                    <a:lnTo>
                      <a:pt x="8304" y="41"/>
                    </a:lnTo>
                    <a:lnTo>
                      <a:pt x="8301" y="41"/>
                    </a:lnTo>
                    <a:lnTo>
                      <a:pt x="8277" y="41"/>
                    </a:lnTo>
                    <a:lnTo>
                      <a:pt x="8253" y="40"/>
                    </a:lnTo>
                    <a:lnTo>
                      <a:pt x="8229" y="39"/>
                    </a:lnTo>
                    <a:lnTo>
                      <a:pt x="8205" y="38"/>
                    </a:lnTo>
                    <a:lnTo>
                      <a:pt x="8181" y="37"/>
                    </a:lnTo>
                    <a:lnTo>
                      <a:pt x="8157" y="37"/>
                    </a:lnTo>
                    <a:lnTo>
                      <a:pt x="8133" y="36"/>
                    </a:lnTo>
                    <a:lnTo>
                      <a:pt x="8109" y="35"/>
                    </a:lnTo>
                    <a:lnTo>
                      <a:pt x="8097" y="35"/>
                    </a:lnTo>
                    <a:lnTo>
                      <a:pt x="8084" y="34"/>
                    </a:lnTo>
                    <a:lnTo>
                      <a:pt x="8075" y="34"/>
                    </a:lnTo>
                    <a:lnTo>
                      <a:pt x="8066" y="34"/>
                    </a:lnTo>
                    <a:lnTo>
                      <a:pt x="8043" y="33"/>
                    </a:lnTo>
                    <a:lnTo>
                      <a:pt x="8020" y="32"/>
                    </a:lnTo>
                    <a:lnTo>
                      <a:pt x="7998" y="32"/>
                    </a:lnTo>
                    <a:lnTo>
                      <a:pt x="7974" y="31"/>
                    </a:lnTo>
                    <a:lnTo>
                      <a:pt x="7951" y="30"/>
                    </a:lnTo>
                    <a:lnTo>
                      <a:pt x="7929" y="30"/>
                    </a:lnTo>
                    <a:lnTo>
                      <a:pt x="7905" y="29"/>
                    </a:lnTo>
                    <a:lnTo>
                      <a:pt x="7882" y="29"/>
                    </a:lnTo>
                    <a:lnTo>
                      <a:pt x="7876" y="27"/>
                    </a:lnTo>
                    <a:lnTo>
                      <a:pt x="7869" y="27"/>
                    </a:lnTo>
                    <a:lnTo>
                      <a:pt x="7855" y="27"/>
                    </a:lnTo>
                    <a:lnTo>
                      <a:pt x="7843" y="26"/>
                    </a:lnTo>
                    <a:lnTo>
                      <a:pt x="7805" y="25"/>
                    </a:lnTo>
                    <a:lnTo>
                      <a:pt x="7767" y="24"/>
                    </a:lnTo>
                    <a:lnTo>
                      <a:pt x="7728" y="23"/>
                    </a:lnTo>
                    <a:lnTo>
                      <a:pt x="7690" y="23"/>
                    </a:lnTo>
                    <a:lnTo>
                      <a:pt x="7677" y="22"/>
                    </a:lnTo>
                    <a:lnTo>
                      <a:pt x="7664" y="22"/>
                    </a:lnTo>
                    <a:lnTo>
                      <a:pt x="7658" y="22"/>
                    </a:lnTo>
                    <a:lnTo>
                      <a:pt x="7651" y="22"/>
                    </a:lnTo>
                    <a:lnTo>
                      <a:pt x="7631" y="21"/>
                    </a:lnTo>
                    <a:lnTo>
                      <a:pt x="7610" y="21"/>
                    </a:lnTo>
                    <a:lnTo>
                      <a:pt x="7589" y="20"/>
                    </a:lnTo>
                    <a:lnTo>
                      <a:pt x="7568" y="20"/>
                    </a:lnTo>
                    <a:lnTo>
                      <a:pt x="7547" y="19"/>
                    </a:lnTo>
                    <a:lnTo>
                      <a:pt x="7526" y="19"/>
                    </a:lnTo>
                    <a:lnTo>
                      <a:pt x="7505" y="18"/>
                    </a:lnTo>
                    <a:lnTo>
                      <a:pt x="7483" y="18"/>
                    </a:lnTo>
                    <a:lnTo>
                      <a:pt x="7479" y="18"/>
                    </a:lnTo>
                    <a:lnTo>
                      <a:pt x="7475" y="18"/>
                    </a:lnTo>
                    <a:lnTo>
                      <a:pt x="7462" y="17"/>
                    </a:lnTo>
                    <a:lnTo>
                      <a:pt x="7449" y="17"/>
                    </a:lnTo>
                    <a:lnTo>
                      <a:pt x="7415" y="16"/>
                    </a:lnTo>
                    <a:lnTo>
                      <a:pt x="7382" y="16"/>
                    </a:lnTo>
                    <a:lnTo>
                      <a:pt x="7348" y="15"/>
                    </a:lnTo>
                    <a:lnTo>
                      <a:pt x="7315" y="14"/>
                    </a:lnTo>
                    <a:lnTo>
                      <a:pt x="7302" y="14"/>
                    </a:lnTo>
                    <a:lnTo>
                      <a:pt x="7289" y="14"/>
                    </a:lnTo>
                    <a:lnTo>
                      <a:pt x="7279" y="14"/>
                    </a:lnTo>
                    <a:lnTo>
                      <a:pt x="7271" y="13"/>
                    </a:lnTo>
                    <a:lnTo>
                      <a:pt x="7263" y="13"/>
                    </a:lnTo>
                    <a:lnTo>
                      <a:pt x="7255" y="13"/>
                    </a:lnTo>
                    <a:lnTo>
                      <a:pt x="7237" y="13"/>
                    </a:lnTo>
                    <a:lnTo>
                      <a:pt x="7220" y="13"/>
                    </a:lnTo>
                    <a:lnTo>
                      <a:pt x="7202" y="12"/>
                    </a:lnTo>
                    <a:lnTo>
                      <a:pt x="7183" y="12"/>
                    </a:lnTo>
                    <a:lnTo>
                      <a:pt x="7172" y="12"/>
                    </a:lnTo>
                    <a:lnTo>
                      <a:pt x="7161" y="12"/>
                    </a:lnTo>
                    <a:lnTo>
                      <a:pt x="7150" y="11"/>
                    </a:lnTo>
                    <a:lnTo>
                      <a:pt x="7139" y="11"/>
                    </a:lnTo>
                    <a:lnTo>
                      <a:pt x="7131" y="11"/>
                    </a:lnTo>
                    <a:lnTo>
                      <a:pt x="7123" y="11"/>
                    </a:lnTo>
                    <a:lnTo>
                      <a:pt x="7115" y="11"/>
                    </a:lnTo>
                    <a:lnTo>
                      <a:pt x="7107" y="11"/>
                    </a:lnTo>
                    <a:lnTo>
                      <a:pt x="7089" y="10"/>
                    </a:lnTo>
                    <a:lnTo>
                      <a:pt x="7070" y="10"/>
                    </a:lnTo>
                    <a:lnTo>
                      <a:pt x="7050" y="10"/>
                    </a:lnTo>
                    <a:lnTo>
                      <a:pt x="7032" y="9"/>
                    </a:lnTo>
                    <a:lnTo>
                      <a:pt x="7021" y="9"/>
                    </a:lnTo>
                    <a:lnTo>
                      <a:pt x="7010" y="9"/>
                    </a:lnTo>
                    <a:lnTo>
                      <a:pt x="6999" y="9"/>
                    </a:lnTo>
                    <a:lnTo>
                      <a:pt x="6988" y="9"/>
                    </a:lnTo>
                    <a:lnTo>
                      <a:pt x="6976" y="9"/>
                    </a:lnTo>
                    <a:lnTo>
                      <a:pt x="6965" y="8"/>
                    </a:lnTo>
                    <a:lnTo>
                      <a:pt x="6946" y="8"/>
                    </a:lnTo>
                    <a:lnTo>
                      <a:pt x="6928" y="8"/>
                    </a:lnTo>
                    <a:lnTo>
                      <a:pt x="6909" y="8"/>
                    </a:lnTo>
                    <a:lnTo>
                      <a:pt x="6891" y="7"/>
                    </a:lnTo>
                    <a:lnTo>
                      <a:pt x="6878" y="7"/>
                    </a:lnTo>
                    <a:lnTo>
                      <a:pt x="6866" y="7"/>
                    </a:lnTo>
                    <a:lnTo>
                      <a:pt x="6853" y="7"/>
                    </a:lnTo>
                    <a:lnTo>
                      <a:pt x="6840" y="7"/>
                    </a:lnTo>
                    <a:lnTo>
                      <a:pt x="6826" y="7"/>
                    </a:lnTo>
                    <a:lnTo>
                      <a:pt x="6811" y="6"/>
                    </a:lnTo>
                    <a:lnTo>
                      <a:pt x="6802" y="6"/>
                    </a:lnTo>
                    <a:lnTo>
                      <a:pt x="6792" y="6"/>
                    </a:lnTo>
                    <a:lnTo>
                      <a:pt x="6782" y="6"/>
                    </a:lnTo>
                    <a:lnTo>
                      <a:pt x="6772" y="6"/>
                    </a:lnTo>
                    <a:lnTo>
                      <a:pt x="6761" y="6"/>
                    </a:lnTo>
                    <a:lnTo>
                      <a:pt x="6749" y="6"/>
                    </a:lnTo>
                    <a:lnTo>
                      <a:pt x="6738" y="5"/>
                    </a:lnTo>
                    <a:lnTo>
                      <a:pt x="6727" y="5"/>
                    </a:lnTo>
                    <a:lnTo>
                      <a:pt x="6713" y="5"/>
                    </a:lnTo>
                    <a:lnTo>
                      <a:pt x="6700" y="5"/>
                    </a:lnTo>
                    <a:lnTo>
                      <a:pt x="6687" y="5"/>
                    </a:lnTo>
                    <a:lnTo>
                      <a:pt x="6674" y="5"/>
                    </a:lnTo>
                    <a:lnTo>
                      <a:pt x="6665" y="5"/>
                    </a:lnTo>
                    <a:lnTo>
                      <a:pt x="6657" y="5"/>
                    </a:lnTo>
                    <a:lnTo>
                      <a:pt x="6648" y="5"/>
                    </a:lnTo>
                    <a:lnTo>
                      <a:pt x="6640" y="4"/>
                    </a:lnTo>
                    <a:lnTo>
                      <a:pt x="6626" y="4"/>
                    </a:lnTo>
                    <a:lnTo>
                      <a:pt x="6611" y="4"/>
                    </a:lnTo>
                    <a:lnTo>
                      <a:pt x="6583" y="4"/>
                    </a:lnTo>
                    <a:lnTo>
                      <a:pt x="6554" y="4"/>
                    </a:lnTo>
                    <a:lnTo>
                      <a:pt x="6525" y="3"/>
                    </a:lnTo>
                    <a:lnTo>
                      <a:pt x="6496" y="3"/>
                    </a:lnTo>
                    <a:lnTo>
                      <a:pt x="6468" y="3"/>
                    </a:lnTo>
                    <a:lnTo>
                      <a:pt x="6439" y="3"/>
                    </a:lnTo>
                    <a:lnTo>
                      <a:pt x="6410" y="2"/>
                    </a:lnTo>
                    <a:lnTo>
                      <a:pt x="6382" y="2"/>
                    </a:lnTo>
                    <a:lnTo>
                      <a:pt x="6374" y="2"/>
                    </a:lnTo>
                    <a:lnTo>
                      <a:pt x="6367" y="2"/>
                    </a:lnTo>
                    <a:lnTo>
                      <a:pt x="6356" y="2"/>
                    </a:lnTo>
                    <a:lnTo>
                      <a:pt x="6344" y="2"/>
                    </a:lnTo>
                    <a:lnTo>
                      <a:pt x="6331" y="2"/>
                    </a:lnTo>
                    <a:lnTo>
                      <a:pt x="6317" y="2"/>
                    </a:lnTo>
                    <a:lnTo>
                      <a:pt x="6303" y="2"/>
                    </a:lnTo>
                    <a:lnTo>
                      <a:pt x="6290" y="2"/>
                    </a:lnTo>
                    <a:lnTo>
                      <a:pt x="6270" y="1"/>
                    </a:lnTo>
                    <a:lnTo>
                      <a:pt x="6251" y="1"/>
                    </a:lnTo>
                    <a:lnTo>
                      <a:pt x="6231" y="1"/>
                    </a:lnTo>
                    <a:lnTo>
                      <a:pt x="6211" y="1"/>
                    </a:lnTo>
                    <a:lnTo>
                      <a:pt x="6211" y="1"/>
                    </a:lnTo>
                    <a:lnTo>
                      <a:pt x="6211" y="1"/>
                    </a:lnTo>
                    <a:lnTo>
                      <a:pt x="6204" y="1"/>
                    </a:lnTo>
                    <a:lnTo>
                      <a:pt x="6197" y="1"/>
                    </a:lnTo>
                    <a:lnTo>
                      <a:pt x="6197" y="1"/>
                    </a:lnTo>
                    <a:lnTo>
                      <a:pt x="6197" y="1"/>
                    </a:lnTo>
                    <a:lnTo>
                      <a:pt x="6173" y="1"/>
                    </a:lnTo>
                    <a:lnTo>
                      <a:pt x="6150" y="1"/>
                    </a:lnTo>
                    <a:lnTo>
                      <a:pt x="6127" y="1"/>
                    </a:lnTo>
                    <a:lnTo>
                      <a:pt x="6103" y="1"/>
                    </a:lnTo>
                    <a:lnTo>
                      <a:pt x="6091" y="1"/>
                    </a:lnTo>
                    <a:lnTo>
                      <a:pt x="6078" y="1"/>
                    </a:lnTo>
                    <a:lnTo>
                      <a:pt x="6069" y="1"/>
                    </a:lnTo>
                    <a:lnTo>
                      <a:pt x="6061" y="1"/>
                    </a:lnTo>
                    <a:lnTo>
                      <a:pt x="6052" y="1"/>
                    </a:lnTo>
                    <a:lnTo>
                      <a:pt x="6043" y="1"/>
                    </a:lnTo>
                    <a:lnTo>
                      <a:pt x="6035" y="0"/>
                    </a:lnTo>
                    <a:lnTo>
                      <a:pt x="6027" y="0"/>
                    </a:lnTo>
                    <a:lnTo>
                      <a:pt x="6018" y="0"/>
                    </a:lnTo>
                    <a:lnTo>
                      <a:pt x="6009" y="0"/>
                    </a:lnTo>
                    <a:lnTo>
                      <a:pt x="5987" y="0"/>
                    </a:lnTo>
                    <a:lnTo>
                      <a:pt x="5963" y="0"/>
                    </a:lnTo>
                    <a:lnTo>
                      <a:pt x="5939" y="0"/>
                    </a:lnTo>
                    <a:lnTo>
                      <a:pt x="5916" y="0"/>
                    </a:lnTo>
                    <a:lnTo>
                      <a:pt x="5915" y="0"/>
                    </a:lnTo>
                    <a:lnTo>
                      <a:pt x="5913" y="0"/>
                    </a:lnTo>
                    <a:lnTo>
                      <a:pt x="5891" y="0"/>
                    </a:lnTo>
                    <a:lnTo>
                      <a:pt x="5870" y="0"/>
                    </a:lnTo>
                    <a:lnTo>
                      <a:pt x="5849" y="0"/>
                    </a:lnTo>
                    <a:lnTo>
                      <a:pt x="5828" y="0"/>
                    </a:lnTo>
                    <a:lnTo>
                      <a:pt x="5815" y="0"/>
                    </a:lnTo>
                    <a:lnTo>
                      <a:pt x="5802" y="0"/>
                    </a:lnTo>
                    <a:lnTo>
                      <a:pt x="5790" y="0"/>
                    </a:lnTo>
                    <a:lnTo>
                      <a:pt x="5776" y="0"/>
                    </a:lnTo>
                    <a:lnTo>
                      <a:pt x="5766" y="0"/>
                    </a:lnTo>
                    <a:lnTo>
                      <a:pt x="5755" y="0"/>
                    </a:lnTo>
                    <a:lnTo>
                      <a:pt x="5748" y="0"/>
                    </a:lnTo>
                    <a:lnTo>
                      <a:pt x="5740" y="0"/>
                    </a:lnTo>
                    <a:lnTo>
                      <a:pt x="5740" y="0"/>
                    </a:lnTo>
                    <a:lnTo>
                      <a:pt x="5740" y="0"/>
                    </a:lnTo>
                    <a:lnTo>
                      <a:pt x="5740" y="0"/>
                    </a:lnTo>
                    <a:lnTo>
                      <a:pt x="5719" y="0"/>
                    </a:lnTo>
                    <a:lnTo>
                      <a:pt x="5697" y="0"/>
                    </a:lnTo>
                    <a:lnTo>
                      <a:pt x="5674" y="0"/>
                    </a:lnTo>
                    <a:lnTo>
                      <a:pt x="5653" y="0"/>
                    </a:lnTo>
                    <a:lnTo>
                      <a:pt x="5639" y="0"/>
                    </a:lnTo>
                    <a:lnTo>
                      <a:pt x="5626" y="0"/>
                    </a:lnTo>
                    <a:lnTo>
                      <a:pt x="5614" y="0"/>
                    </a:lnTo>
                    <a:lnTo>
                      <a:pt x="5601" y="0"/>
                    </a:lnTo>
                    <a:lnTo>
                      <a:pt x="5592" y="0"/>
                    </a:lnTo>
                    <a:lnTo>
                      <a:pt x="5584" y="0"/>
                    </a:lnTo>
                    <a:lnTo>
                      <a:pt x="5574" y="0"/>
                    </a:lnTo>
                    <a:lnTo>
                      <a:pt x="5566" y="1"/>
                    </a:lnTo>
                    <a:lnTo>
                      <a:pt x="5545" y="1"/>
                    </a:lnTo>
                    <a:lnTo>
                      <a:pt x="5523" y="1"/>
                    </a:lnTo>
                    <a:lnTo>
                      <a:pt x="5501" y="1"/>
                    </a:lnTo>
                    <a:lnTo>
                      <a:pt x="5480" y="1"/>
                    </a:lnTo>
                    <a:lnTo>
                      <a:pt x="5474" y="1"/>
                    </a:lnTo>
                    <a:lnTo>
                      <a:pt x="5469" y="1"/>
                    </a:lnTo>
                    <a:lnTo>
                      <a:pt x="5462" y="1"/>
                    </a:lnTo>
                    <a:lnTo>
                      <a:pt x="5454" y="1"/>
                    </a:lnTo>
                    <a:lnTo>
                      <a:pt x="5436" y="1"/>
                    </a:lnTo>
                    <a:lnTo>
                      <a:pt x="5419" y="1"/>
                    </a:lnTo>
                    <a:lnTo>
                      <a:pt x="5401" y="1"/>
                    </a:lnTo>
                    <a:lnTo>
                      <a:pt x="5384" y="1"/>
                    </a:lnTo>
                    <a:lnTo>
                      <a:pt x="5372" y="1"/>
                    </a:lnTo>
                    <a:lnTo>
                      <a:pt x="5360" y="1"/>
                    </a:lnTo>
                    <a:lnTo>
                      <a:pt x="5348" y="1"/>
                    </a:lnTo>
                    <a:lnTo>
                      <a:pt x="5336" y="2"/>
                    </a:lnTo>
                    <a:lnTo>
                      <a:pt x="5328" y="2"/>
                    </a:lnTo>
                    <a:lnTo>
                      <a:pt x="5320" y="2"/>
                    </a:lnTo>
                    <a:lnTo>
                      <a:pt x="5312" y="2"/>
                    </a:lnTo>
                    <a:lnTo>
                      <a:pt x="5304" y="2"/>
                    </a:lnTo>
                    <a:lnTo>
                      <a:pt x="5292" y="2"/>
                    </a:lnTo>
                    <a:lnTo>
                      <a:pt x="5279" y="2"/>
                    </a:lnTo>
                    <a:lnTo>
                      <a:pt x="5253" y="2"/>
                    </a:lnTo>
                    <a:lnTo>
                      <a:pt x="5227" y="2"/>
                    </a:lnTo>
                    <a:lnTo>
                      <a:pt x="5200" y="2"/>
                    </a:lnTo>
                    <a:lnTo>
                      <a:pt x="5175" y="3"/>
                    </a:lnTo>
                    <a:lnTo>
                      <a:pt x="5149" y="3"/>
                    </a:lnTo>
                    <a:lnTo>
                      <a:pt x="5123" y="3"/>
                    </a:lnTo>
                    <a:lnTo>
                      <a:pt x="5097" y="3"/>
                    </a:lnTo>
                    <a:lnTo>
                      <a:pt x="5070" y="4"/>
                    </a:lnTo>
                    <a:lnTo>
                      <a:pt x="5056" y="4"/>
                    </a:lnTo>
                    <a:lnTo>
                      <a:pt x="5043" y="4"/>
                    </a:lnTo>
                    <a:lnTo>
                      <a:pt x="5033" y="4"/>
                    </a:lnTo>
                    <a:lnTo>
                      <a:pt x="5025" y="4"/>
                    </a:lnTo>
                    <a:lnTo>
                      <a:pt x="5017" y="4"/>
                    </a:lnTo>
                    <a:lnTo>
                      <a:pt x="5009" y="4"/>
                    </a:lnTo>
                    <a:lnTo>
                      <a:pt x="4998" y="4"/>
                    </a:lnTo>
                    <a:lnTo>
                      <a:pt x="4987" y="4"/>
                    </a:lnTo>
                    <a:lnTo>
                      <a:pt x="4977" y="4"/>
                    </a:lnTo>
                    <a:lnTo>
                      <a:pt x="4966" y="5"/>
                    </a:lnTo>
                    <a:lnTo>
                      <a:pt x="4952" y="5"/>
                    </a:lnTo>
                    <a:lnTo>
                      <a:pt x="4937" y="5"/>
                    </a:lnTo>
                    <a:lnTo>
                      <a:pt x="4917" y="5"/>
                    </a:lnTo>
                    <a:lnTo>
                      <a:pt x="4897" y="5"/>
                    </a:lnTo>
                    <a:lnTo>
                      <a:pt x="4877" y="6"/>
                    </a:lnTo>
                    <a:lnTo>
                      <a:pt x="4857" y="6"/>
                    </a:lnTo>
                    <a:lnTo>
                      <a:pt x="4836" y="6"/>
                    </a:lnTo>
                    <a:lnTo>
                      <a:pt x="4817" y="6"/>
                    </a:lnTo>
                    <a:lnTo>
                      <a:pt x="4797" y="7"/>
                    </a:lnTo>
                    <a:lnTo>
                      <a:pt x="4777" y="7"/>
                    </a:lnTo>
                    <a:lnTo>
                      <a:pt x="4763" y="7"/>
                    </a:lnTo>
                    <a:lnTo>
                      <a:pt x="4750" y="7"/>
                    </a:lnTo>
                    <a:lnTo>
                      <a:pt x="4746" y="7"/>
                    </a:lnTo>
                    <a:lnTo>
                      <a:pt x="4742" y="7"/>
                    </a:lnTo>
                    <a:lnTo>
                      <a:pt x="4719" y="8"/>
                    </a:lnTo>
                    <a:lnTo>
                      <a:pt x="4695" y="8"/>
                    </a:lnTo>
                    <a:lnTo>
                      <a:pt x="4673" y="8"/>
                    </a:lnTo>
                    <a:lnTo>
                      <a:pt x="4650" y="9"/>
                    </a:lnTo>
                    <a:lnTo>
                      <a:pt x="4626" y="9"/>
                    </a:lnTo>
                    <a:lnTo>
                      <a:pt x="4603" y="9"/>
                    </a:lnTo>
                    <a:lnTo>
                      <a:pt x="4581" y="10"/>
                    </a:lnTo>
                    <a:lnTo>
                      <a:pt x="4558" y="10"/>
                    </a:lnTo>
                    <a:lnTo>
                      <a:pt x="4547" y="10"/>
                    </a:lnTo>
                    <a:lnTo>
                      <a:pt x="4535" y="10"/>
                    </a:lnTo>
                    <a:lnTo>
                      <a:pt x="4515" y="11"/>
                    </a:lnTo>
                    <a:lnTo>
                      <a:pt x="4495" y="11"/>
                    </a:lnTo>
                    <a:lnTo>
                      <a:pt x="4475" y="11"/>
                    </a:lnTo>
                    <a:lnTo>
                      <a:pt x="4455" y="12"/>
                    </a:lnTo>
                    <a:lnTo>
                      <a:pt x="4448" y="12"/>
                    </a:lnTo>
                    <a:lnTo>
                      <a:pt x="4442" y="12"/>
                    </a:lnTo>
                    <a:lnTo>
                      <a:pt x="4419" y="12"/>
                    </a:lnTo>
                    <a:lnTo>
                      <a:pt x="4397" y="13"/>
                    </a:lnTo>
                    <a:lnTo>
                      <a:pt x="4376" y="13"/>
                    </a:lnTo>
                    <a:lnTo>
                      <a:pt x="4354" y="13"/>
                    </a:lnTo>
                    <a:lnTo>
                      <a:pt x="4332" y="14"/>
                    </a:lnTo>
                    <a:lnTo>
                      <a:pt x="4310" y="14"/>
                    </a:lnTo>
                    <a:lnTo>
                      <a:pt x="4288" y="15"/>
                    </a:lnTo>
                    <a:lnTo>
                      <a:pt x="4266" y="15"/>
                    </a:lnTo>
                    <a:lnTo>
                      <a:pt x="4254" y="15"/>
                    </a:lnTo>
                    <a:lnTo>
                      <a:pt x="4242" y="16"/>
                    </a:lnTo>
                    <a:lnTo>
                      <a:pt x="4229" y="16"/>
                    </a:lnTo>
                    <a:lnTo>
                      <a:pt x="4217" y="16"/>
                    </a:lnTo>
                    <a:lnTo>
                      <a:pt x="4194" y="17"/>
                    </a:lnTo>
                    <a:lnTo>
                      <a:pt x="4172" y="17"/>
                    </a:lnTo>
                    <a:lnTo>
                      <a:pt x="4150" y="18"/>
                    </a:lnTo>
                    <a:lnTo>
                      <a:pt x="4127" y="18"/>
                    </a:lnTo>
                    <a:lnTo>
                      <a:pt x="4105" y="19"/>
                    </a:lnTo>
                    <a:lnTo>
                      <a:pt x="4083" y="19"/>
                    </a:lnTo>
                    <a:lnTo>
                      <a:pt x="4060" y="19"/>
                    </a:lnTo>
                    <a:lnTo>
                      <a:pt x="4038" y="20"/>
                    </a:lnTo>
                    <a:lnTo>
                      <a:pt x="4032" y="20"/>
                    </a:lnTo>
                    <a:lnTo>
                      <a:pt x="4027" y="20"/>
                    </a:lnTo>
                    <a:lnTo>
                      <a:pt x="4011" y="21"/>
                    </a:lnTo>
                    <a:lnTo>
                      <a:pt x="3994" y="21"/>
                    </a:lnTo>
                    <a:lnTo>
                      <a:pt x="3977" y="21"/>
                    </a:lnTo>
                    <a:lnTo>
                      <a:pt x="3960" y="22"/>
                    </a:lnTo>
                    <a:lnTo>
                      <a:pt x="3945" y="22"/>
                    </a:lnTo>
                    <a:lnTo>
                      <a:pt x="3928" y="23"/>
                    </a:lnTo>
                    <a:lnTo>
                      <a:pt x="3913" y="23"/>
                    </a:lnTo>
                    <a:lnTo>
                      <a:pt x="3897" y="23"/>
                    </a:lnTo>
                    <a:lnTo>
                      <a:pt x="3891" y="24"/>
                    </a:lnTo>
                    <a:lnTo>
                      <a:pt x="3886" y="24"/>
                    </a:lnTo>
                    <a:lnTo>
                      <a:pt x="3874" y="24"/>
                    </a:lnTo>
                    <a:lnTo>
                      <a:pt x="3862" y="24"/>
                    </a:lnTo>
                    <a:lnTo>
                      <a:pt x="3851" y="25"/>
                    </a:lnTo>
                    <a:lnTo>
                      <a:pt x="3839" y="25"/>
                    </a:lnTo>
                    <a:lnTo>
                      <a:pt x="3819" y="25"/>
                    </a:lnTo>
                    <a:lnTo>
                      <a:pt x="3800" y="26"/>
                    </a:lnTo>
                    <a:lnTo>
                      <a:pt x="3779" y="26"/>
                    </a:lnTo>
                    <a:lnTo>
                      <a:pt x="3759" y="27"/>
                    </a:lnTo>
                    <a:lnTo>
                      <a:pt x="3752" y="27"/>
                    </a:lnTo>
                    <a:lnTo>
                      <a:pt x="3746" y="27"/>
                    </a:lnTo>
                    <a:lnTo>
                      <a:pt x="3729" y="29"/>
                    </a:lnTo>
                    <a:lnTo>
                      <a:pt x="3713" y="29"/>
                    </a:lnTo>
                    <a:lnTo>
                      <a:pt x="3697" y="30"/>
                    </a:lnTo>
                    <a:lnTo>
                      <a:pt x="3681" y="30"/>
                    </a:lnTo>
                    <a:lnTo>
                      <a:pt x="3670" y="30"/>
                    </a:lnTo>
                    <a:lnTo>
                      <a:pt x="3658" y="31"/>
                    </a:lnTo>
                    <a:lnTo>
                      <a:pt x="3646" y="31"/>
                    </a:lnTo>
                    <a:lnTo>
                      <a:pt x="3635" y="32"/>
                    </a:lnTo>
                    <a:lnTo>
                      <a:pt x="3625" y="32"/>
                    </a:lnTo>
                    <a:lnTo>
                      <a:pt x="3616" y="32"/>
                    </a:lnTo>
                    <a:lnTo>
                      <a:pt x="3589" y="33"/>
                    </a:lnTo>
                    <a:lnTo>
                      <a:pt x="3563" y="34"/>
                    </a:lnTo>
                    <a:lnTo>
                      <a:pt x="3538" y="34"/>
                    </a:lnTo>
                    <a:lnTo>
                      <a:pt x="3512" y="35"/>
                    </a:lnTo>
                    <a:lnTo>
                      <a:pt x="3485" y="36"/>
                    </a:lnTo>
                    <a:lnTo>
                      <a:pt x="3459" y="37"/>
                    </a:lnTo>
                    <a:lnTo>
                      <a:pt x="3434" y="38"/>
                    </a:lnTo>
                    <a:lnTo>
                      <a:pt x="3408" y="38"/>
                    </a:lnTo>
                    <a:lnTo>
                      <a:pt x="3400" y="39"/>
                    </a:lnTo>
                    <a:lnTo>
                      <a:pt x="3391" y="39"/>
                    </a:lnTo>
                    <a:lnTo>
                      <a:pt x="3379" y="39"/>
                    </a:lnTo>
                    <a:lnTo>
                      <a:pt x="3368" y="40"/>
                    </a:lnTo>
                    <a:lnTo>
                      <a:pt x="3352" y="40"/>
                    </a:lnTo>
                    <a:lnTo>
                      <a:pt x="3337" y="41"/>
                    </a:lnTo>
                    <a:lnTo>
                      <a:pt x="3321" y="41"/>
                    </a:lnTo>
                    <a:lnTo>
                      <a:pt x="3306" y="42"/>
                    </a:lnTo>
                    <a:lnTo>
                      <a:pt x="3298" y="42"/>
                    </a:lnTo>
                    <a:lnTo>
                      <a:pt x="3288" y="43"/>
                    </a:lnTo>
                    <a:lnTo>
                      <a:pt x="3279" y="43"/>
                    </a:lnTo>
                    <a:lnTo>
                      <a:pt x="3270" y="43"/>
                    </a:lnTo>
                    <a:lnTo>
                      <a:pt x="3255" y="44"/>
                    </a:lnTo>
                    <a:lnTo>
                      <a:pt x="3241" y="44"/>
                    </a:lnTo>
                    <a:lnTo>
                      <a:pt x="3232" y="45"/>
                    </a:lnTo>
                    <a:lnTo>
                      <a:pt x="3222" y="45"/>
                    </a:lnTo>
                    <a:lnTo>
                      <a:pt x="3213" y="45"/>
                    </a:lnTo>
                    <a:lnTo>
                      <a:pt x="3203" y="46"/>
                    </a:lnTo>
                    <a:lnTo>
                      <a:pt x="3190" y="46"/>
                    </a:lnTo>
                    <a:lnTo>
                      <a:pt x="3177" y="47"/>
                    </a:lnTo>
                    <a:lnTo>
                      <a:pt x="3164" y="47"/>
                    </a:lnTo>
                    <a:lnTo>
                      <a:pt x="3151" y="47"/>
                    </a:lnTo>
                    <a:lnTo>
                      <a:pt x="3136" y="48"/>
                    </a:lnTo>
                    <a:lnTo>
                      <a:pt x="3120" y="49"/>
                    </a:lnTo>
                    <a:lnTo>
                      <a:pt x="3108" y="49"/>
                    </a:lnTo>
                    <a:lnTo>
                      <a:pt x="3096" y="50"/>
                    </a:lnTo>
                    <a:lnTo>
                      <a:pt x="3076" y="50"/>
                    </a:lnTo>
                    <a:lnTo>
                      <a:pt x="3056" y="51"/>
                    </a:lnTo>
                    <a:lnTo>
                      <a:pt x="3037" y="52"/>
                    </a:lnTo>
                    <a:lnTo>
                      <a:pt x="3017" y="53"/>
                    </a:lnTo>
                    <a:lnTo>
                      <a:pt x="3011" y="53"/>
                    </a:lnTo>
                    <a:lnTo>
                      <a:pt x="3004" y="53"/>
                    </a:lnTo>
                    <a:lnTo>
                      <a:pt x="2997" y="53"/>
                    </a:lnTo>
                    <a:lnTo>
                      <a:pt x="2989" y="54"/>
                    </a:lnTo>
                    <a:lnTo>
                      <a:pt x="2963" y="55"/>
                    </a:lnTo>
                    <a:lnTo>
                      <a:pt x="2937" y="56"/>
                    </a:lnTo>
                    <a:lnTo>
                      <a:pt x="2910" y="57"/>
                    </a:lnTo>
                    <a:lnTo>
                      <a:pt x="2884" y="58"/>
                    </a:lnTo>
                    <a:lnTo>
                      <a:pt x="2856" y="59"/>
                    </a:lnTo>
                    <a:lnTo>
                      <a:pt x="2830" y="60"/>
                    </a:lnTo>
                    <a:lnTo>
                      <a:pt x="2802" y="63"/>
                    </a:lnTo>
                    <a:lnTo>
                      <a:pt x="2775" y="64"/>
                    </a:lnTo>
                    <a:lnTo>
                      <a:pt x="2770" y="64"/>
                    </a:lnTo>
                    <a:lnTo>
                      <a:pt x="2765" y="64"/>
                    </a:lnTo>
                    <a:lnTo>
                      <a:pt x="2765" y="64"/>
                    </a:lnTo>
                    <a:lnTo>
                      <a:pt x="2764" y="64"/>
                    </a:lnTo>
                    <a:lnTo>
                      <a:pt x="2762" y="64"/>
                    </a:lnTo>
                    <a:lnTo>
                      <a:pt x="2758" y="64"/>
                    </a:lnTo>
                    <a:lnTo>
                      <a:pt x="2728" y="66"/>
                    </a:lnTo>
                    <a:lnTo>
                      <a:pt x="2698" y="67"/>
                    </a:lnTo>
                    <a:lnTo>
                      <a:pt x="2668" y="69"/>
                    </a:lnTo>
                    <a:lnTo>
                      <a:pt x="2638" y="70"/>
                    </a:lnTo>
                    <a:lnTo>
                      <a:pt x="2635" y="70"/>
                    </a:lnTo>
                    <a:lnTo>
                      <a:pt x="2632" y="70"/>
                    </a:lnTo>
                    <a:lnTo>
                      <a:pt x="2617" y="71"/>
                    </a:lnTo>
                    <a:lnTo>
                      <a:pt x="2603" y="72"/>
                    </a:lnTo>
                    <a:lnTo>
                      <a:pt x="2581" y="73"/>
                    </a:lnTo>
                    <a:lnTo>
                      <a:pt x="2559" y="74"/>
                    </a:lnTo>
                    <a:lnTo>
                      <a:pt x="2536" y="75"/>
                    </a:lnTo>
                    <a:lnTo>
                      <a:pt x="2514" y="76"/>
                    </a:lnTo>
                    <a:lnTo>
                      <a:pt x="2508" y="76"/>
                    </a:lnTo>
                    <a:lnTo>
                      <a:pt x="2502" y="77"/>
                    </a:lnTo>
                    <a:lnTo>
                      <a:pt x="2492" y="77"/>
                    </a:lnTo>
                    <a:lnTo>
                      <a:pt x="2480" y="78"/>
                    </a:lnTo>
                    <a:lnTo>
                      <a:pt x="2450" y="79"/>
                    </a:lnTo>
                    <a:lnTo>
                      <a:pt x="2421" y="81"/>
                    </a:lnTo>
                    <a:lnTo>
                      <a:pt x="2393" y="82"/>
                    </a:lnTo>
                    <a:lnTo>
                      <a:pt x="2364" y="84"/>
                    </a:lnTo>
                    <a:lnTo>
                      <a:pt x="2351" y="84"/>
                    </a:lnTo>
                    <a:lnTo>
                      <a:pt x="2339" y="85"/>
                    </a:lnTo>
                    <a:lnTo>
                      <a:pt x="2332" y="85"/>
                    </a:lnTo>
                    <a:lnTo>
                      <a:pt x="2325" y="86"/>
                    </a:lnTo>
                    <a:lnTo>
                      <a:pt x="2287" y="88"/>
                    </a:lnTo>
                    <a:lnTo>
                      <a:pt x="2250" y="90"/>
                    </a:lnTo>
                    <a:lnTo>
                      <a:pt x="2213" y="92"/>
                    </a:lnTo>
                    <a:lnTo>
                      <a:pt x="2176" y="94"/>
                    </a:lnTo>
                    <a:lnTo>
                      <a:pt x="2170" y="94"/>
                    </a:lnTo>
                    <a:lnTo>
                      <a:pt x="2163" y="95"/>
                    </a:lnTo>
                    <a:lnTo>
                      <a:pt x="2151" y="96"/>
                    </a:lnTo>
                    <a:lnTo>
                      <a:pt x="2139" y="96"/>
                    </a:lnTo>
                    <a:lnTo>
                      <a:pt x="2128" y="98"/>
                    </a:lnTo>
                    <a:lnTo>
                      <a:pt x="2115" y="99"/>
                    </a:lnTo>
                    <a:lnTo>
                      <a:pt x="2105" y="99"/>
                    </a:lnTo>
                    <a:lnTo>
                      <a:pt x="2095" y="100"/>
                    </a:lnTo>
                    <a:lnTo>
                      <a:pt x="2084" y="101"/>
                    </a:lnTo>
                    <a:lnTo>
                      <a:pt x="2074" y="101"/>
                    </a:lnTo>
                    <a:lnTo>
                      <a:pt x="2059" y="102"/>
                    </a:lnTo>
                    <a:lnTo>
                      <a:pt x="2044" y="103"/>
                    </a:lnTo>
                    <a:lnTo>
                      <a:pt x="2030" y="104"/>
                    </a:lnTo>
                    <a:lnTo>
                      <a:pt x="2015" y="105"/>
                    </a:lnTo>
                    <a:lnTo>
                      <a:pt x="2003" y="106"/>
                    </a:lnTo>
                    <a:lnTo>
                      <a:pt x="1990" y="106"/>
                    </a:lnTo>
                    <a:lnTo>
                      <a:pt x="1977" y="107"/>
                    </a:lnTo>
                    <a:lnTo>
                      <a:pt x="1965" y="108"/>
                    </a:lnTo>
                    <a:lnTo>
                      <a:pt x="1959" y="108"/>
                    </a:lnTo>
                    <a:lnTo>
                      <a:pt x="1952" y="109"/>
                    </a:lnTo>
                    <a:lnTo>
                      <a:pt x="1938" y="110"/>
                    </a:lnTo>
                    <a:lnTo>
                      <a:pt x="1924" y="111"/>
                    </a:lnTo>
                    <a:lnTo>
                      <a:pt x="1906" y="112"/>
                    </a:lnTo>
                    <a:lnTo>
                      <a:pt x="1890" y="113"/>
                    </a:lnTo>
                    <a:lnTo>
                      <a:pt x="1872" y="114"/>
                    </a:lnTo>
                    <a:lnTo>
                      <a:pt x="1855" y="115"/>
                    </a:lnTo>
                    <a:lnTo>
                      <a:pt x="1843" y="116"/>
                    </a:lnTo>
                    <a:lnTo>
                      <a:pt x="1832" y="117"/>
                    </a:lnTo>
                    <a:lnTo>
                      <a:pt x="1822" y="117"/>
                    </a:lnTo>
                    <a:lnTo>
                      <a:pt x="1810" y="118"/>
                    </a:lnTo>
                    <a:lnTo>
                      <a:pt x="1795" y="119"/>
                    </a:lnTo>
                    <a:lnTo>
                      <a:pt x="1779" y="120"/>
                    </a:lnTo>
                    <a:lnTo>
                      <a:pt x="1764" y="121"/>
                    </a:lnTo>
                    <a:lnTo>
                      <a:pt x="1748" y="122"/>
                    </a:lnTo>
                    <a:lnTo>
                      <a:pt x="1737" y="123"/>
                    </a:lnTo>
                    <a:lnTo>
                      <a:pt x="1726" y="124"/>
                    </a:lnTo>
                    <a:lnTo>
                      <a:pt x="1715" y="125"/>
                    </a:lnTo>
                    <a:lnTo>
                      <a:pt x="1704" y="126"/>
                    </a:lnTo>
                    <a:lnTo>
                      <a:pt x="1685" y="127"/>
                    </a:lnTo>
                    <a:lnTo>
                      <a:pt x="1668" y="128"/>
                    </a:lnTo>
                    <a:lnTo>
                      <a:pt x="1649" y="130"/>
                    </a:lnTo>
                    <a:lnTo>
                      <a:pt x="1631" y="132"/>
                    </a:lnTo>
                    <a:lnTo>
                      <a:pt x="1622" y="133"/>
                    </a:lnTo>
                    <a:lnTo>
                      <a:pt x="1611" y="133"/>
                    </a:lnTo>
                    <a:lnTo>
                      <a:pt x="1602" y="134"/>
                    </a:lnTo>
                    <a:lnTo>
                      <a:pt x="1592" y="135"/>
                    </a:lnTo>
                    <a:lnTo>
                      <a:pt x="1570" y="136"/>
                    </a:lnTo>
                    <a:lnTo>
                      <a:pt x="1547" y="138"/>
                    </a:lnTo>
                    <a:lnTo>
                      <a:pt x="1526" y="140"/>
                    </a:lnTo>
                    <a:lnTo>
                      <a:pt x="1504" y="142"/>
                    </a:lnTo>
                    <a:lnTo>
                      <a:pt x="1495" y="142"/>
                    </a:lnTo>
                    <a:lnTo>
                      <a:pt x="1487" y="143"/>
                    </a:lnTo>
                    <a:lnTo>
                      <a:pt x="1486" y="143"/>
                    </a:lnTo>
                    <a:lnTo>
                      <a:pt x="1484" y="143"/>
                    </a:lnTo>
                    <a:lnTo>
                      <a:pt x="1459" y="145"/>
                    </a:lnTo>
                    <a:lnTo>
                      <a:pt x="1433" y="147"/>
                    </a:lnTo>
                    <a:lnTo>
                      <a:pt x="1408" y="149"/>
                    </a:lnTo>
                    <a:lnTo>
                      <a:pt x="1382" y="152"/>
                    </a:lnTo>
                    <a:lnTo>
                      <a:pt x="1375" y="152"/>
                    </a:lnTo>
                    <a:lnTo>
                      <a:pt x="1367" y="153"/>
                    </a:lnTo>
                    <a:lnTo>
                      <a:pt x="1359" y="154"/>
                    </a:lnTo>
                    <a:lnTo>
                      <a:pt x="1352" y="154"/>
                    </a:lnTo>
                    <a:lnTo>
                      <a:pt x="1333" y="156"/>
                    </a:lnTo>
                    <a:lnTo>
                      <a:pt x="1315" y="157"/>
                    </a:lnTo>
                    <a:lnTo>
                      <a:pt x="1299" y="159"/>
                    </a:lnTo>
                    <a:lnTo>
                      <a:pt x="1281" y="160"/>
                    </a:lnTo>
                    <a:lnTo>
                      <a:pt x="1273" y="161"/>
                    </a:lnTo>
                    <a:lnTo>
                      <a:pt x="1266" y="162"/>
                    </a:lnTo>
                    <a:lnTo>
                      <a:pt x="1256" y="163"/>
                    </a:lnTo>
                    <a:lnTo>
                      <a:pt x="1245" y="164"/>
                    </a:lnTo>
                    <a:lnTo>
                      <a:pt x="1231" y="166"/>
                    </a:lnTo>
                    <a:lnTo>
                      <a:pt x="1216" y="167"/>
                    </a:lnTo>
                    <a:lnTo>
                      <a:pt x="1202" y="169"/>
                    </a:lnTo>
                    <a:lnTo>
                      <a:pt x="1188" y="170"/>
                    </a:lnTo>
                    <a:lnTo>
                      <a:pt x="1178" y="171"/>
                    </a:lnTo>
                    <a:lnTo>
                      <a:pt x="1169" y="172"/>
                    </a:lnTo>
                    <a:lnTo>
                      <a:pt x="1160" y="173"/>
                    </a:lnTo>
                    <a:lnTo>
                      <a:pt x="1151" y="174"/>
                    </a:lnTo>
                    <a:lnTo>
                      <a:pt x="1136" y="175"/>
                    </a:lnTo>
                    <a:lnTo>
                      <a:pt x="1122" y="176"/>
                    </a:lnTo>
                    <a:lnTo>
                      <a:pt x="1107" y="178"/>
                    </a:lnTo>
                    <a:lnTo>
                      <a:pt x="1093" y="179"/>
                    </a:lnTo>
                    <a:lnTo>
                      <a:pt x="1081" y="180"/>
                    </a:lnTo>
                    <a:lnTo>
                      <a:pt x="1070" y="181"/>
                    </a:lnTo>
                    <a:lnTo>
                      <a:pt x="1066" y="182"/>
                    </a:lnTo>
                    <a:lnTo>
                      <a:pt x="1062" y="182"/>
                    </a:lnTo>
                    <a:lnTo>
                      <a:pt x="1047" y="184"/>
                    </a:lnTo>
                    <a:lnTo>
                      <a:pt x="1033" y="185"/>
                    </a:lnTo>
                    <a:lnTo>
                      <a:pt x="1020" y="187"/>
                    </a:lnTo>
                    <a:lnTo>
                      <a:pt x="1005" y="188"/>
                    </a:lnTo>
                    <a:lnTo>
                      <a:pt x="991" y="190"/>
                    </a:lnTo>
                    <a:lnTo>
                      <a:pt x="977" y="191"/>
                    </a:lnTo>
                    <a:lnTo>
                      <a:pt x="961" y="193"/>
                    </a:lnTo>
                    <a:lnTo>
                      <a:pt x="945" y="195"/>
                    </a:lnTo>
                    <a:lnTo>
                      <a:pt x="930" y="196"/>
                    </a:lnTo>
                    <a:lnTo>
                      <a:pt x="914" y="198"/>
                    </a:lnTo>
                    <a:lnTo>
                      <a:pt x="906" y="200"/>
                    </a:lnTo>
                    <a:lnTo>
                      <a:pt x="897" y="201"/>
                    </a:lnTo>
                    <a:lnTo>
                      <a:pt x="897" y="201"/>
                    </a:lnTo>
                    <a:lnTo>
                      <a:pt x="896" y="201"/>
                    </a:lnTo>
                    <a:lnTo>
                      <a:pt x="884" y="203"/>
                    </a:lnTo>
                    <a:lnTo>
                      <a:pt x="871" y="204"/>
                    </a:lnTo>
                    <a:lnTo>
                      <a:pt x="859" y="205"/>
                    </a:lnTo>
                    <a:lnTo>
                      <a:pt x="847" y="207"/>
                    </a:lnTo>
                    <a:lnTo>
                      <a:pt x="838" y="208"/>
                    </a:lnTo>
                    <a:lnTo>
                      <a:pt x="829" y="209"/>
                    </a:lnTo>
                    <a:lnTo>
                      <a:pt x="820" y="210"/>
                    </a:lnTo>
                    <a:lnTo>
                      <a:pt x="811" y="211"/>
                    </a:lnTo>
                    <a:lnTo>
                      <a:pt x="795" y="213"/>
                    </a:lnTo>
                    <a:lnTo>
                      <a:pt x="779" y="215"/>
                    </a:lnTo>
                    <a:lnTo>
                      <a:pt x="764" y="217"/>
                    </a:lnTo>
                    <a:lnTo>
                      <a:pt x="749" y="219"/>
                    </a:lnTo>
                    <a:lnTo>
                      <a:pt x="749" y="219"/>
                    </a:lnTo>
                    <a:lnTo>
                      <a:pt x="749" y="219"/>
                    </a:lnTo>
                    <a:lnTo>
                      <a:pt x="736" y="220"/>
                    </a:lnTo>
                    <a:lnTo>
                      <a:pt x="725" y="222"/>
                    </a:lnTo>
                    <a:lnTo>
                      <a:pt x="713" y="223"/>
                    </a:lnTo>
                    <a:lnTo>
                      <a:pt x="703" y="225"/>
                    </a:lnTo>
                    <a:lnTo>
                      <a:pt x="692" y="226"/>
                    </a:lnTo>
                    <a:lnTo>
                      <a:pt x="682" y="228"/>
                    </a:lnTo>
                    <a:lnTo>
                      <a:pt x="671" y="229"/>
                    </a:lnTo>
                    <a:lnTo>
                      <a:pt x="662" y="230"/>
                    </a:lnTo>
                    <a:lnTo>
                      <a:pt x="652" y="232"/>
                    </a:lnTo>
                    <a:lnTo>
                      <a:pt x="642" y="234"/>
                    </a:lnTo>
                    <a:lnTo>
                      <a:pt x="629" y="236"/>
                    </a:lnTo>
                    <a:lnTo>
                      <a:pt x="618" y="238"/>
                    </a:lnTo>
                    <a:lnTo>
                      <a:pt x="617" y="238"/>
                    </a:lnTo>
                    <a:lnTo>
                      <a:pt x="617" y="238"/>
                    </a:lnTo>
                    <a:lnTo>
                      <a:pt x="601" y="240"/>
                    </a:lnTo>
                    <a:lnTo>
                      <a:pt x="586" y="242"/>
                    </a:lnTo>
                    <a:lnTo>
                      <a:pt x="571" y="244"/>
                    </a:lnTo>
                    <a:lnTo>
                      <a:pt x="557" y="247"/>
                    </a:lnTo>
                    <a:lnTo>
                      <a:pt x="545" y="248"/>
                    </a:lnTo>
                    <a:lnTo>
                      <a:pt x="535" y="250"/>
                    </a:lnTo>
                    <a:lnTo>
                      <a:pt x="526" y="251"/>
                    </a:lnTo>
                    <a:lnTo>
                      <a:pt x="517" y="253"/>
                    </a:lnTo>
                    <a:lnTo>
                      <a:pt x="508" y="254"/>
                    </a:lnTo>
                    <a:lnTo>
                      <a:pt x="499" y="255"/>
                    </a:lnTo>
                    <a:lnTo>
                      <a:pt x="499" y="256"/>
                    </a:lnTo>
                    <a:lnTo>
                      <a:pt x="498" y="256"/>
                    </a:lnTo>
                    <a:lnTo>
                      <a:pt x="490" y="257"/>
                    </a:lnTo>
                    <a:lnTo>
                      <a:pt x="483" y="258"/>
                    </a:lnTo>
                    <a:lnTo>
                      <a:pt x="472" y="260"/>
                    </a:lnTo>
                    <a:lnTo>
                      <a:pt x="463" y="262"/>
                    </a:lnTo>
                    <a:lnTo>
                      <a:pt x="454" y="263"/>
                    </a:lnTo>
                    <a:lnTo>
                      <a:pt x="444" y="265"/>
                    </a:lnTo>
                    <a:lnTo>
                      <a:pt x="434" y="266"/>
                    </a:lnTo>
                    <a:lnTo>
                      <a:pt x="425" y="269"/>
                    </a:lnTo>
                    <a:lnTo>
                      <a:pt x="411" y="272"/>
                    </a:lnTo>
                    <a:lnTo>
                      <a:pt x="398" y="274"/>
                    </a:lnTo>
                    <a:lnTo>
                      <a:pt x="396" y="274"/>
                    </a:lnTo>
                    <a:lnTo>
                      <a:pt x="394" y="275"/>
                    </a:lnTo>
                    <a:lnTo>
                      <a:pt x="384" y="277"/>
                    </a:lnTo>
                    <a:lnTo>
                      <a:pt x="373" y="279"/>
                    </a:lnTo>
                    <a:lnTo>
                      <a:pt x="359" y="281"/>
                    </a:lnTo>
                    <a:lnTo>
                      <a:pt x="346" y="284"/>
                    </a:lnTo>
                    <a:lnTo>
                      <a:pt x="335" y="286"/>
                    </a:lnTo>
                    <a:lnTo>
                      <a:pt x="326" y="288"/>
                    </a:lnTo>
                    <a:lnTo>
                      <a:pt x="318" y="290"/>
                    </a:lnTo>
                    <a:lnTo>
                      <a:pt x="308" y="291"/>
                    </a:lnTo>
                    <a:lnTo>
                      <a:pt x="304" y="292"/>
                    </a:lnTo>
                    <a:lnTo>
                      <a:pt x="300" y="293"/>
                    </a:lnTo>
                    <a:lnTo>
                      <a:pt x="291" y="295"/>
                    </a:lnTo>
                    <a:lnTo>
                      <a:pt x="282" y="297"/>
                    </a:lnTo>
                    <a:lnTo>
                      <a:pt x="269" y="300"/>
                    </a:lnTo>
                    <a:lnTo>
                      <a:pt x="258" y="304"/>
                    </a:lnTo>
                    <a:lnTo>
                      <a:pt x="250" y="306"/>
                    </a:lnTo>
                    <a:lnTo>
                      <a:pt x="241" y="308"/>
                    </a:lnTo>
                    <a:lnTo>
                      <a:pt x="236" y="309"/>
                    </a:lnTo>
                    <a:lnTo>
                      <a:pt x="231" y="310"/>
                    </a:lnTo>
                    <a:lnTo>
                      <a:pt x="225" y="312"/>
                    </a:lnTo>
                    <a:lnTo>
                      <a:pt x="219" y="313"/>
                    </a:lnTo>
                    <a:lnTo>
                      <a:pt x="210" y="315"/>
                    </a:lnTo>
                    <a:lnTo>
                      <a:pt x="203" y="317"/>
                    </a:lnTo>
                    <a:lnTo>
                      <a:pt x="193" y="320"/>
                    </a:lnTo>
                    <a:lnTo>
                      <a:pt x="183" y="323"/>
                    </a:lnTo>
                    <a:lnTo>
                      <a:pt x="175" y="325"/>
                    </a:lnTo>
                    <a:lnTo>
                      <a:pt x="169" y="327"/>
                    </a:lnTo>
                    <a:lnTo>
                      <a:pt x="167" y="327"/>
                    </a:lnTo>
                    <a:lnTo>
                      <a:pt x="165" y="328"/>
                    </a:lnTo>
                    <a:lnTo>
                      <a:pt x="156" y="331"/>
                    </a:lnTo>
                    <a:lnTo>
                      <a:pt x="148" y="333"/>
                    </a:lnTo>
                    <a:lnTo>
                      <a:pt x="142" y="335"/>
                    </a:lnTo>
                    <a:lnTo>
                      <a:pt x="137" y="338"/>
                    </a:lnTo>
                    <a:lnTo>
                      <a:pt x="125" y="342"/>
                    </a:lnTo>
                    <a:lnTo>
                      <a:pt x="113" y="346"/>
                    </a:lnTo>
                    <a:lnTo>
                      <a:pt x="111" y="347"/>
                    </a:lnTo>
                    <a:lnTo>
                      <a:pt x="108" y="348"/>
                    </a:lnTo>
                    <a:lnTo>
                      <a:pt x="96" y="352"/>
                    </a:lnTo>
                    <a:lnTo>
                      <a:pt x="84" y="357"/>
                    </a:lnTo>
                    <a:lnTo>
                      <a:pt x="81" y="359"/>
                    </a:lnTo>
                    <a:lnTo>
                      <a:pt x="76" y="360"/>
                    </a:lnTo>
                    <a:lnTo>
                      <a:pt x="70" y="363"/>
                    </a:lnTo>
                    <a:lnTo>
                      <a:pt x="64" y="366"/>
                    </a:lnTo>
                    <a:lnTo>
                      <a:pt x="63" y="366"/>
                    </a:lnTo>
                    <a:lnTo>
                      <a:pt x="62" y="367"/>
                    </a:lnTo>
                    <a:lnTo>
                      <a:pt x="58" y="369"/>
                    </a:lnTo>
                    <a:lnTo>
                      <a:pt x="55" y="372"/>
                    </a:lnTo>
                    <a:lnTo>
                      <a:pt x="49" y="375"/>
                    </a:lnTo>
                    <a:lnTo>
                      <a:pt x="44" y="378"/>
                    </a:lnTo>
                    <a:lnTo>
                      <a:pt x="40" y="380"/>
                    </a:lnTo>
                    <a:lnTo>
                      <a:pt x="36" y="382"/>
                    </a:lnTo>
                    <a:lnTo>
                      <a:pt x="33" y="384"/>
                    </a:lnTo>
                    <a:lnTo>
                      <a:pt x="30" y="386"/>
                    </a:lnTo>
                    <a:lnTo>
                      <a:pt x="29" y="387"/>
                    </a:lnTo>
                    <a:lnTo>
                      <a:pt x="28" y="388"/>
                    </a:lnTo>
                    <a:lnTo>
                      <a:pt x="25" y="391"/>
                    </a:lnTo>
                    <a:lnTo>
                      <a:pt x="22" y="393"/>
                    </a:lnTo>
                    <a:lnTo>
                      <a:pt x="19" y="396"/>
                    </a:lnTo>
                    <a:lnTo>
                      <a:pt x="16" y="398"/>
                    </a:lnTo>
                    <a:lnTo>
                      <a:pt x="14" y="401"/>
                    </a:lnTo>
                    <a:lnTo>
                      <a:pt x="12" y="403"/>
                    </a:lnTo>
                    <a:lnTo>
                      <a:pt x="9" y="406"/>
                    </a:lnTo>
                    <a:lnTo>
                      <a:pt x="8" y="407"/>
                    </a:lnTo>
                    <a:lnTo>
                      <a:pt x="7" y="409"/>
                    </a:lnTo>
                    <a:lnTo>
                      <a:pt x="6" y="411"/>
                    </a:lnTo>
                    <a:lnTo>
                      <a:pt x="5" y="412"/>
                    </a:lnTo>
                    <a:lnTo>
                      <a:pt x="4" y="413"/>
                    </a:lnTo>
                    <a:lnTo>
                      <a:pt x="2" y="418"/>
                    </a:lnTo>
                    <a:lnTo>
                      <a:pt x="0" y="423"/>
                    </a:lnTo>
                    <a:lnTo>
                      <a:pt x="0" y="426"/>
                    </a:lnTo>
                    <a:lnTo>
                      <a:pt x="0" y="428"/>
                    </a:lnTo>
                    <a:lnTo>
                      <a:pt x="0" y="431"/>
                    </a:lnTo>
                    <a:lnTo>
                      <a:pt x="0" y="433"/>
                    </a:lnTo>
                    <a:lnTo>
                      <a:pt x="0" y="435"/>
                    </a:lnTo>
                    <a:lnTo>
                      <a:pt x="0" y="436"/>
                    </a:lnTo>
                    <a:lnTo>
                      <a:pt x="2" y="443"/>
                    </a:lnTo>
                    <a:lnTo>
                      <a:pt x="4" y="448"/>
                    </a:lnTo>
                    <a:lnTo>
                      <a:pt x="89" y="607"/>
                    </a:lnTo>
                    <a:lnTo>
                      <a:pt x="172" y="767"/>
                    </a:lnTo>
                    <a:lnTo>
                      <a:pt x="257" y="927"/>
                    </a:lnTo>
                    <a:lnTo>
                      <a:pt x="341" y="1086"/>
                    </a:lnTo>
                    <a:lnTo>
                      <a:pt x="426" y="1246"/>
                    </a:lnTo>
                    <a:lnTo>
                      <a:pt x="509" y="1406"/>
                    </a:lnTo>
                    <a:lnTo>
                      <a:pt x="594" y="1565"/>
                    </a:lnTo>
                    <a:lnTo>
                      <a:pt x="678" y="1725"/>
                    </a:lnTo>
                    <a:lnTo>
                      <a:pt x="763" y="1885"/>
                    </a:lnTo>
                    <a:lnTo>
                      <a:pt x="846" y="2044"/>
                    </a:lnTo>
                    <a:lnTo>
                      <a:pt x="931" y="2204"/>
                    </a:lnTo>
                    <a:lnTo>
                      <a:pt x="1015" y="2364"/>
                    </a:lnTo>
                    <a:lnTo>
                      <a:pt x="1100" y="2523"/>
                    </a:lnTo>
                    <a:lnTo>
                      <a:pt x="1184" y="2683"/>
                    </a:lnTo>
                    <a:lnTo>
                      <a:pt x="1268" y="2843"/>
                    </a:lnTo>
                    <a:lnTo>
                      <a:pt x="1353" y="3002"/>
                    </a:lnTo>
                    <a:lnTo>
                      <a:pt x="1356" y="3008"/>
                    </a:lnTo>
                    <a:lnTo>
                      <a:pt x="1359" y="3012"/>
                    </a:lnTo>
                    <a:lnTo>
                      <a:pt x="1360" y="3013"/>
                    </a:lnTo>
                    <a:lnTo>
                      <a:pt x="1362" y="3015"/>
                    </a:lnTo>
                    <a:lnTo>
                      <a:pt x="1365" y="3018"/>
                    </a:lnTo>
                    <a:lnTo>
                      <a:pt x="1368" y="3020"/>
                    </a:lnTo>
                    <a:lnTo>
                      <a:pt x="1370" y="3022"/>
                    </a:lnTo>
                    <a:lnTo>
                      <a:pt x="1372" y="3024"/>
                    </a:lnTo>
                    <a:lnTo>
                      <a:pt x="1376" y="3026"/>
                    </a:lnTo>
                    <a:lnTo>
                      <a:pt x="1380" y="3029"/>
                    </a:lnTo>
                    <a:lnTo>
                      <a:pt x="1383" y="3030"/>
                    </a:lnTo>
                    <a:lnTo>
                      <a:pt x="1387" y="3032"/>
                    </a:lnTo>
                    <a:lnTo>
                      <a:pt x="1391" y="3035"/>
                    </a:lnTo>
                    <a:lnTo>
                      <a:pt x="1396" y="3038"/>
                    </a:lnTo>
                    <a:lnTo>
                      <a:pt x="1399" y="3040"/>
                    </a:lnTo>
                    <a:lnTo>
                      <a:pt x="1403" y="3042"/>
                    </a:lnTo>
                    <a:lnTo>
                      <a:pt x="1408" y="3044"/>
                    </a:lnTo>
                    <a:lnTo>
                      <a:pt x="1414" y="3046"/>
                    </a:lnTo>
                    <a:lnTo>
                      <a:pt x="1419" y="3048"/>
                    </a:lnTo>
                    <a:lnTo>
                      <a:pt x="1422" y="3050"/>
                    </a:lnTo>
                    <a:lnTo>
                      <a:pt x="1429" y="3052"/>
                    </a:lnTo>
                    <a:lnTo>
                      <a:pt x="1436" y="3055"/>
                    </a:lnTo>
                    <a:lnTo>
                      <a:pt x="1440" y="3056"/>
                    </a:lnTo>
                    <a:lnTo>
                      <a:pt x="1444" y="3058"/>
                    </a:lnTo>
                    <a:lnTo>
                      <a:pt x="1455" y="3061"/>
                    </a:lnTo>
                    <a:lnTo>
                      <a:pt x="1465" y="3064"/>
                    </a:lnTo>
                    <a:lnTo>
                      <a:pt x="1467" y="3065"/>
                    </a:lnTo>
                    <a:lnTo>
                      <a:pt x="1469" y="3066"/>
                    </a:lnTo>
                    <a:lnTo>
                      <a:pt x="1482" y="3070"/>
                    </a:lnTo>
                    <a:lnTo>
                      <a:pt x="1497" y="3075"/>
                    </a:lnTo>
                    <a:lnTo>
                      <a:pt x="1502" y="3076"/>
                    </a:lnTo>
                    <a:lnTo>
                      <a:pt x="1506" y="3077"/>
                    </a:lnTo>
                    <a:lnTo>
                      <a:pt x="1516" y="3080"/>
                    </a:lnTo>
                    <a:lnTo>
                      <a:pt x="1528" y="3083"/>
                    </a:lnTo>
                    <a:lnTo>
                      <a:pt x="1534" y="3084"/>
                    </a:lnTo>
                    <a:lnTo>
                      <a:pt x="1540" y="3086"/>
                    </a:lnTo>
                    <a:lnTo>
                      <a:pt x="1550" y="3088"/>
                    </a:lnTo>
                    <a:lnTo>
                      <a:pt x="1561" y="3091"/>
                    </a:lnTo>
                    <a:lnTo>
                      <a:pt x="1568" y="3092"/>
                    </a:lnTo>
                    <a:lnTo>
                      <a:pt x="1575" y="3094"/>
                    </a:lnTo>
                    <a:lnTo>
                      <a:pt x="1587" y="3096"/>
                    </a:lnTo>
                    <a:lnTo>
                      <a:pt x="1597" y="3098"/>
                    </a:lnTo>
                    <a:lnTo>
                      <a:pt x="1605" y="3100"/>
                    </a:lnTo>
                    <a:lnTo>
                      <a:pt x="1613" y="3102"/>
                    </a:lnTo>
                    <a:lnTo>
                      <a:pt x="1625" y="3104"/>
                    </a:lnTo>
                    <a:lnTo>
                      <a:pt x="1636" y="3107"/>
                    </a:lnTo>
                    <a:lnTo>
                      <a:pt x="1644" y="3109"/>
                    </a:lnTo>
                    <a:lnTo>
                      <a:pt x="1654" y="3110"/>
                    </a:lnTo>
                    <a:lnTo>
                      <a:pt x="1666" y="3113"/>
                    </a:lnTo>
                    <a:lnTo>
                      <a:pt x="1678" y="3115"/>
                    </a:lnTo>
                    <a:lnTo>
                      <a:pt x="1687" y="3116"/>
                    </a:lnTo>
                    <a:lnTo>
                      <a:pt x="1696" y="3118"/>
                    </a:lnTo>
                    <a:lnTo>
                      <a:pt x="1710" y="3120"/>
                    </a:lnTo>
                    <a:lnTo>
                      <a:pt x="1726" y="3123"/>
                    </a:lnTo>
                    <a:lnTo>
                      <a:pt x="1733" y="3124"/>
                    </a:lnTo>
                    <a:lnTo>
                      <a:pt x="1740" y="3125"/>
                    </a:lnTo>
                    <a:lnTo>
                      <a:pt x="1751" y="3127"/>
                    </a:lnTo>
                    <a:lnTo>
                      <a:pt x="1763" y="3129"/>
                    </a:lnTo>
                    <a:lnTo>
                      <a:pt x="1775" y="3131"/>
                    </a:lnTo>
                    <a:lnTo>
                      <a:pt x="1786" y="3132"/>
                    </a:lnTo>
                    <a:lnTo>
                      <a:pt x="1795" y="3134"/>
                    </a:lnTo>
                    <a:lnTo>
                      <a:pt x="1803" y="3135"/>
                    </a:lnTo>
                    <a:lnTo>
                      <a:pt x="1811" y="3136"/>
                    </a:lnTo>
                    <a:lnTo>
                      <a:pt x="1819" y="3137"/>
                    </a:lnTo>
                    <a:lnTo>
                      <a:pt x="1828" y="3138"/>
                    </a:lnTo>
                    <a:lnTo>
                      <a:pt x="1836" y="3141"/>
                    </a:lnTo>
                    <a:lnTo>
                      <a:pt x="1847" y="3142"/>
                    </a:lnTo>
                    <a:lnTo>
                      <a:pt x="1859" y="3144"/>
                    </a:lnTo>
                    <a:lnTo>
                      <a:pt x="1873" y="3146"/>
                    </a:lnTo>
                    <a:lnTo>
                      <a:pt x="1889" y="3148"/>
                    </a:lnTo>
                    <a:lnTo>
                      <a:pt x="1901" y="3149"/>
                    </a:lnTo>
                    <a:lnTo>
                      <a:pt x="1912" y="3151"/>
                    </a:lnTo>
                    <a:lnTo>
                      <a:pt x="1928" y="3153"/>
                    </a:lnTo>
                    <a:lnTo>
                      <a:pt x="1943" y="3155"/>
                    </a:lnTo>
                    <a:lnTo>
                      <a:pt x="1957" y="3156"/>
                    </a:lnTo>
                    <a:lnTo>
                      <a:pt x="1969" y="3158"/>
                    </a:lnTo>
                    <a:lnTo>
                      <a:pt x="1977" y="3159"/>
                    </a:lnTo>
                    <a:lnTo>
                      <a:pt x="1984" y="3160"/>
                    </a:lnTo>
                    <a:lnTo>
                      <a:pt x="1993" y="3161"/>
                    </a:lnTo>
                    <a:lnTo>
                      <a:pt x="2001" y="3162"/>
                    </a:lnTo>
                    <a:lnTo>
                      <a:pt x="2013" y="3163"/>
                    </a:lnTo>
                    <a:lnTo>
                      <a:pt x="2027" y="3165"/>
                    </a:lnTo>
                    <a:lnTo>
                      <a:pt x="2036" y="3166"/>
                    </a:lnTo>
                    <a:lnTo>
                      <a:pt x="2044" y="3167"/>
                    </a:lnTo>
                    <a:lnTo>
                      <a:pt x="2052" y="3168"/>
                    </a:lnTo>
                    <a:lnTo>
                      <a:pt x="2061" y="3169"/>
                    </a:lnTo>
                    <a:lnTo>
                      <a:pt x="2074" y="3170"/>
                    </a:lnTo>
                    <a:lnTo>
                      <a:pt x="2087" y="3172"/>
                    </a:lnTo>
                    <a:lnTo>
                      <a:pt x="2097" y="3173"/>
                    </a:lnTo>
                    <a:lnTo>
                      <a:pt x="2106" y="3175"/>
                    </a:lnTo>
                    <a:lnTo>
                      <a:pt x="2115" y="3176"/>
                    </a:lnTo>
                    <a:lnTo>
                      <a:pt x="2126" y="3177"/>
                    </a:lnTo>
                    <a:lnTo>
                      <a:pt x="2138" y="3178"/>
                    </a:lnTo>
                    <a:lnTo>
                      <a:pt x="2150" y="3179"/>
                    </a:lnTo>
                    <a:lnTo>
                      <a:pt x="2166" y="3181"/>
                    </a:lnTo>
                    <a:lnTo>
                      <a:pt x="2181" y="3182"/>
                    </a:lnTo>
                    <a:lnTo>
                      <a:pt x="2197" y="3184"/>
                    </a:lnTo>
                    <a:lnTo>
                      <a:pt x="2212" y="3186"/>
                    </a:lnTo>
                    <a:lnTo>
                      <a:pt x="2225" y="3187"/>
                    </a:lnTo>
                    <a:lnTo>
                      <a:pt x="2236" y="3188"/>
                    </a:lnTo>
                    <a:lnTo>
                      <a:pt x="2246" y="3189"/>
                    </a:lnTo>
                    <a:lnTo>
                      <a:pt x="2258" y="3190"/>
                    </a:lnTo>
                    <a:lnTo>
                      <a:pt x="2269" y="3191"/>
                    </a:lnTo>
                    <a:lnTo>
                      <a:pt x="2279" y="3192"/>
                    </a:lnTo>
                    <a:lnTo>
                      <a:pt x="2295" y="3193"/>
                    </a:lnTo>
                    <a:lnTo>
                      <a:pt x="2310" y="3195"/>
                    </a:lnTo>
                    <a:lnTo>
                      <a:pt x="2319" y="3196"/>
                    </a:lnTo>
                    <a:lnTo>
                      <a:pt x="2329" y="3196"/>
                    </a:lnTo>
                    <a:lnTo>
                      <a:pt x="2338" y="3197"/>
                    </a:lnTo>
                    <a:lnTo>
                      <a:pt x="2348" y="3198"/>
                    </a:lnTo>
                    <a:lnTo>
                      <a:pt x="2356" y="3199"/>
                    </a:lnTo>
                    <a:lnTo>
                      <a:pt x="2365" y="3200"/>
                    </a:lnTo>
                    <a:lnTo>
                      <a:pt x="2373" y="3200"/>
                    </a:lnTo>
                    <a:lnTo>
                      <a:pt x="2381" y="3201"/>
                    </a:lnTo>
                    <a:lnTo>
                      <a:pt x="2390" y="3202"/>
                    </a:lnTo>
                    <a:lnTo>
                      <a:pt x="2400" y="3203"/>
                    </a:lnTo>
                    <a:lnTo>
                      <a:pt x="2410" y="3203"/>
                    </a:lnTo>
                    <a:lnTo>
                      <a:pt x="2419" y="3204"/>
                    </a:lnTo>
                    <a:lnTo>
                      <a:pt x="2428" y="3205"/>
                    </a:lnTo>
                    <a:lnTo>
                      <a:pt x="2437" y="3206"/>
                    </a:lnTo>
                    <a:lnTo>
                      <a:pt x="2445" y="3206"/>
                    </a:lnTo>
                    <a:lnTo>
                      <a:pt x="2453" y="3207"/>
                    </a:lnTo>
                    <a:lnTo>
                      <a:pt x="2464" y="3209"/>
                    </a:lnTo>
                    <a:lnTo>
                      <a:pt x="2473" y="3210"/>
                    </a:lnTo>
                    <a:lnTo>
                      <a:pt x="2483" y="3211"/>
                    </a:lnTo>
                    <a:lnTo>
                      <a:pt x="2494" y="3211"/>
                    </a:lnTo>
                    <a:lnTo>
                      <a:pt x="2502" y="3212"/>
                    </a:lnTo>
                    <a:lnTo>
                      <a:pt x="2510" y="3213"/>
                    </a:lnTo>
                    <a:lnTo>
                      <a:pt x="2519" y="3213"/>
                    </a:lnTo>
                    <a:lnTo>
                      <a:pt x="2528" y="3214"/>
                    </a:lnTo>
                    <a:lnTo>
                      <a:pt x="2538" y="3215"/>
                    </a:lnTo>
                    <a:lnTo>
                      <a:pt x="2548" y="3216"/>
                    </a:lnTo>
                    <a:lnTo>
                      <a:pt x="2559" y="3216"/>
                    </a:lnTo>
                    <a:lnTo>
                      <a:pt x="2569" y="3217"/>
                    </a:lnTo>
                    <a:lnTo>
                      <a:pt x="2578" y="3218"/>
                    </a:lnTo>
                    <a:lnTo>
                      <a:pt x="2586" y="3219"/>
                    </a:lnTo>
                    <a:lnTo>
                      <a:pt x="2596" y="3219"/>
                    </a:lnTo>
                    <a:lnTo>
                      <a:pt x="2604" y="3220"/>
                    </a:lnTo>
                    <a:lnTo>
                      <a:pt x="2615" y="3221"/>
                    </a:lnTo>
                    <a:lnTo>
                      <a:pt x="2626" y="3221"/>
                    </a:lnTo>
                    <a:lnTo>
                      <a:pt x="2637" y="3222"/>
                    </a:lnTo>
                    <a:lnTo>
                      <a:pt x="2647" y="3223"/>
                    </a:lnTo>
                    <a:lnTo>
                      <a:pt x="2656" y="3224"/>
                    </a:lnTo>
                    <a:lnTo>
                      <a:pt x="2665" y="3224"/>
                    </a:lnTo>
                    <a:lnTo>
                      <a:pt x="2673" y="3225"/>
                    </a:lnTo>
                    <a:lnTo>
                      <a:pt x="2682" y="3226"/>
                    </a:lnTo>
                    <a:lnTo>
                      <a:pt x="2697" y="3227"/>
                    </a:lnTo>
                    <a:lnTo>
                      <a:pt x="2711" y="3228"/>
                    </a:lnTo>
                    <a:lnTo>
                      <a:pt x="2725" y="3229"/>
                    </a:lnTo>
                    <a:lnTo>
                      <a:pt x="2740" y="3230"/>
                    </a:lnTo>
                    <a:lnTo>
                      <a:pt x="2751" y="3230"/>
                    </a:lnTo>
                    <a:lnTo>
                      <a:pt x="2764" y="3231"/>
                    </a:lnTo>
                    <a:lnTo>
                      <a:pt x="2775" y="3232"/>
                    </a:lnTo>
                    <a:lnTo>
                      <a:pt x="2786" y="3233"/>
                    </a:lnTo>
                    <a:lnTo>
                      <a:pt x="2800" y="3234"/>
                    </a:lnTo>
                    <a:lnTo>
                      <a:pt x="2813" y="3234"/>
                    </a:lnTo>
                    <a:lnTo>
                      <a:pt x="2826" y="3235"/>
                    </a:lnTo>
                    <a:lnTo>
                      <a:pt x="2841" y="3236"/>
                    </a:lnTo>
                    <a:lnTo>
                      <a:pt x="2850" y="3237"/>
                    </a:lnTo>
                    <a:lnTo>
                      <a:pt x="2859" y="3237"/>
                    </a:lnTo>
                    <a:lnTo>
                      <a:pt x="2869" y="3238"/>
                    </a:lnTo>
                    <a:lnTo>
                      <a:pt x="2878" y="3239"/>
                    </a:lnTo>
                    <a:lnTo>
                      <a:pt x="2889" y="3239"/>
                    </a:lnTo>
                    <a:lnTo>
                      <a:pt x="2901" y="3240"/>
                    </a:lnTo>
                    <a:lnTo>
                      <a:pt x="2913" y="3241"/>
                    </a:lnTo>
                    <a:lnTo>
                      <a:pt x="2924" y="3242"/>
                    </a:lnTo>
                    <a:lnTo>
                      <a:pt x="2935" y="3242"/>
                    </a:lnTo>
                    <a:lnTo>
                      <a:pt x="2944" y="3244"/>
                    </a:lnTo>
                    <a:lnTo>
                      <a:pt x="2954" y="3244"/>
                    </a:lnTo>
                    <a:lnTo>
                      <a:pt x="2965" y="3245"/>
                    </a:lnTo>
                    <a:lnTo>
                      <a:pt x="2976" y="3246"/>
                    </a:lnTo>
                    <a:lnTo>
                      <a:pt x="2987" y="3246"/>
                    </a:lnTo>
                    <a:lnTo>
                      <a:pt x="2999" y="3247"/>
                    </a:lnTo>
                    <a:lnTo>
                      <a:pt x="3010" y="3248"/>
                    </a:lnTo>
                    <a:lnTo>
                      <a:pt x="3018" y="3248"/>
                    </a:lnTo>
                    <a:lnTo>
                      <a:pt x="3027" y="3249"/>
                    </a:lnTo>
                    <a:lnTo>
                      <a:pt x="3039" y="3249"/>
                    </a:lnTo>
                    <a:lnTo>
                      <a:pt x="3049" y="3250"/>
                    </a:lnTo>
                    <a:lnTo>
                      <a:pt x="3064" y="3251"/>
                    </a:lnTo>
                    <a:lnTo>
                      <a:pt x="3078" y="3251"/>
                    </a:lnTo>
                    <a:lnTo>
                      <a:pt x="3092" y="3252"/>
                    </a:lnTo>
                    <a:lnTo>
                      <a:pt x="3107" y="3253"/>
                    </a:lnTo>
                    <a:lnTo>
                      <a:pt x="3116" y="3254"/>
                    </a:lnTo>
                    <a:lnTo>
                      <a:pt x="3124" y="3254"/>
                    </a:lnTo>
                    <a:lnTo>
                      <a:pt x="3134" y="3255"/>
                    </a:lnTo>
                    <a:lnTo>
                      <a:pt x="3142" y="3255"/>
                    </a:lnTo>
                    <a:lnTo>
                      <a:pt x="3159" y="3256"/>
                    </a:lnTo>
                    <a:lnTo>
                      <a:pt x="3178" y="3257"/>
                    </a:lnTo>
                    <a:lnTo>
                      <a:pt x="3196" y="3258"/>
                    </a:lnTo>
                    <a:lnTo>
                      <a:pt x="3213" y="3259"/>
                    </a:lnTo>
                    <a:lnTo>
                      <a:pt x="3225" y="3259"/>
                    </a:lnTo>
                    <a:lnTo>
                      <a:pt x="3238" y="3260"/>
                    </a:lnTo>
                    <a:lnTo>
                      <a:pt x="3261" y="3261"/>
                    </a:lnTo>
                    <a:lnTo>
                      <a:pt x="3285" y="3262"/>
                    </a:lnTo>
                    <a:lnTo>
                      <a:pt x="3309" y="3264"/>
                    </a:lnTo>
                    <a:lnTo>
                      <a:pt x="3333" y="3265"/>
                    </a:lnTo>
                    <a:lnTo>
                      <a:pt x="3341" y="3265"/>
                    </a:lnTo>
                    <a:lnTo>
                      <a:pt x="3349" y="3265"/>
                    </a:lnTo>
                    <a:lnTo>
                      <a:pt x="3356" y="3266"/>
                    </a:lnTo>
                    <a:lnTo>
                      <a:pt x="3365" y="3266"/>
                    </a:lnTo>
                    <a:lnTo>
                      <a:pt x="3381" y="3267"/>
                    </a:lnTo>
                    <a:lnTo>
                      <a:pt x="3398" y="3268"/>
                    </a:lnTo>
                    <a:lnTo>
                      <a:pt x="3413" y="3268"/>
                    </a:lnTo>
                    <a:lnTo>
                      <a:pt x="3429" y="3269"/>
                    </a:lnTo>
                    <a:lnTo>
                      <a:pt x="3439" y="3270"/>
                    </a:lnTo>
                    <a:lnTo>
                      <a:pt x="3448" y="3270"/>
                    </a:lnTo>
                    <a:lnTo>
                      <a:pt x="3455" y="3270"/>
                    </a:lnTo>
                    <a:lnTo>
                      <a:pt x="3462" y="3271"/>
                    </a:lnTo>
                    <a:lnTo>
                      <a:pt x="3501" y="3272"/>
                    </a:lnTo>
                    <a:lnTo>
                      <a:pt x="3539" y="3274"/>
                    </a:lnTo>
                    <a:lnTo>
                      <a:pt x="3577" y="3276"/>
                    </a:lnTo>
                    <a:lnTo>
                      <a:pt x="3615" y="3278"/>
                    </a:lnTo>
                    <a:lnTo>
                      <a:pt x="3627" y="3279"/>
                    </a:lnTo>
                    <a:lnTo>
                      <a:pt x="3640" y="3279"/>
                    </a:lnTo>
                    <a:lnTo>
                      <a:pt x="3659" y="3280"/>
                    </a:lnTo>
                    <a:lnTo>
                      <a:pt x="3679" y="3281"/>
                    </a:lnTo>
                    <a:lnTo>
                      <a:pt x="3700" y="3282"/>
                    </a:lnTo>
                    <a:lnTo>
                      <a:pt x="3719" y="3282"/>
                    </a:lnTo>
                    <a:lnTo>
                      <a:pt x="3739" y="3283"/>
                    </a:lnTo>
                    <a:lnTo>
                      <a:pt x="3758" y="3284"/>
                    </a:lnTo>
                    <a:lnTo>
                      <a:pt x="3779" y="3285"/>
                    </a:lnTo>
                    <a:lnTo>
                      <a:pt x="3798" y="3285"/>
                    </a:lnTo>
                    <a:lnTo>
                      <a:pt x="3804" y="3286"/>
                    </a:lnTo>
                    <a:lnTo>
                      <a:pt x="3810" y="3286"/>
                    </a:lnTo>
                    <a:lnTo>
                      <a:pt x="3817" y="3286"/>
                    </a:lnTo>
                    <a:lnTo>
                      <a:pt x="3825" y="3286"/>
                    </a:lnTo>
                    <a:lnTo>
                      <a:pt x="3861" y="3288"/>
                    </a:lnTo>
                    <a:lnTo>
                      <a:pt x="3897" y="3289"/>
                    </a:lnTo>
                    <a:lnTo>
                      <a:pt x="3935" y="3290"/>
                    </a:lnTo>
                    <a:lnTo>
                      <a:pt x="3971" y="3291"/>
                    </a:lnTo>
                    <a:lnTo>
                      <a:pt x="3983" y="3292"/>
                    </a:lnTo>
                    <a:lnTo>
                      <a:pt x="3995" y="3292"/>
                    </a:lnTo>
                    <a:lnTo>
                      <a:pt x="4030" y="3293"/>
                    </a:lnTo>
                    <a:lnTo>
                      <a:pt x="4066" y="3294"/>
                    </a:lnTo>
                    <a:lnTo>
                      <a:pt x="4103" y="3295"/>
                    </a:lnTo>
                    <a:lnTo>
                      <a:pt x="4139" y="3296"/>
                    </a:lnTo>
                    <a:lnTo>
                      <a:pt x="4145" y="3297"/>
                    </a:lnTo>
                    <a:lnTo>
                      <a:pt x="4151" y="3297"/>
                    </a:lnTo>
                    <a:lnTo>
                      <a:pt x="4153" y="3297"/>
                    </a:lnTo>
                    <a:lnTo>
                      <a:pt x="4155" y="3297"/>
                    </a:lnTo>
                    <a:lnTo>
                      <a:pt x="4191" y="3298"/>
                    </a:lnTo>
                    <a:lnTo>
                      <a:pt x="4227" y="3299"/>
                    </a:lnTo>
                    <a:lnTo>
                      <a:pt x="4263" y="3300"/>
                    </a:lnTo>
                    <a:lnTo>
                      <a:pt x="4299" y="3301"/>
                    </a:lnTo>
                    <a:lnTo>
                      <a:pt x="4307" y="3301"/>
                    </a:lnTo>
                    <a:lnTo>
                      <a:pt x="4315" y="3301"/>
                    </a:lnTo>
                    <a:lnTo>
                      <a:pt x="4322" y="3301"/>
                    </a:lnTo>
                    <a:lnTo>
                      <a:pt x="4330" y="3302"/>
                    </a:lnTo>
                    <a:lnTo>
                      <a:pt x="4365" y="3303"/>
                    </a:lnTo>
                    <a:lnTo>
                      <a:pt x="4401" y="3303"/>
                    </a:lnTo>
                    <a:lnTo>
                      <a:pt x="4438" y="3304"/>
                    </a:lnTo>
                    <a:lnTo>
                      <a:pt x="4473" y="3305"/>
                    </a:lnTo>
                    <a:lnTo>
                      <a:pt x="4480" y="3305"/>
                    </a:lnTo>
                    <a:lnTo>
                      <a:pt x="4487" y="3305"/>
                    </a:lnTo>
                    <a:lnTo>
                      <a:pt x="4497" y="3306"/>
                    </a:lnTo>
                    <a:lnTo>
                      <a:pt x="4508" y="3306"/>
                    </a:lnTo>
                    <a:lnTo>
                      <a:pt x="4544" y="3307"/>
                    </a:lnTo>
                    <a:lnTo>
                      <a:pt x="4580" y="3307"/>
                    </a:lnTo>
                    <a:lnTo>
                      <a:pt x="4616" y="3308"/>
                    </a:lnTo>
                    <a:lnTo>
                      <a:pt x="4652" y="3309"/>
                    </a:lnTo>
                    <a:lnTo>
                      <a:pt x="4654" y="3309"/>
                    </a:lnTo>
                    <a:lnTo>
                      <a:pt x="4655" y="3309"/>
                    </a:lnTo>
                    <a:lnTo>
                      <a:pt x="4693" y="3310"/>
                    </a:lnTo>
                    <a:lnTo>
                      <a:pt x="4730" y="3310"/>
                    </a:lnTo>
                    <a:lnTo>
                      <a:pt x="4768" y="3312"/>
                    </a:lnTo>
                    <a:lnTo>
                      <a:pt x="4807" y="3313"/>
                    </a:lnTo>
                    <a:lnTo>
                      <a:pt x="4816" y="3313"/>
                    </a:lnTo>
                    <a:lnTo>
                      <a:pt x="4825" y="3313"/>
                    </a:lnTo>
                    <a:lnTo>
                      <a:pt x="4832" y="3313"/>
                    </a:lnTo>
                    <a:lnTo>
                      <a:pt x="4840" y="3313"/>
                    </a:lnTo>
                    <a:lnTo>
                      <a:pt x="4877" y="3314"/>
                    </a:lnTo>
                    <a:lnTo>
                      <a:pt x="4915" y="3314"/>
                    </a:lnTo>
                    <a:lnTo>
                      <a:pt x="4953" y="3315"/>
                    </a:lnTo>
                    <a:lnTo>
                      <a:pt x="4991" y="3315"/>
                    </a:lnTo>
                    <a:lnTo>
                      <a:pt x="5004" y="3315"/>
                    </a:lnTo>
                    <a:lnTo>
                      <a:pt x="5018" y="3316"/>
                    </a:lnTo>
                    <a:lnTo>
                      <a:pt x="5055" y="3316"/>
                    </a:lnTo>
                    <a:lnTo>
                      <a:pt x="5093" y="3317"/>
                    </a:lnTo>
                    <a:lnTo>
                      <a:pt x="5131" y="3317"/>
                    </a:lnTo>
                    <a:lnTo>
                      <a:pt x="5169" y="3317"/>
                    </a:lnTo>
                    <a:lnTo>
                      <a:pt x="5173" y="3318"/>
                    </a:lnTo>
                    <a:lnTo>
                      <a:pt x="5178" y="3318"/>
                    </a:lnTo>
                    <a:lnTo>
                      <a:pt x="5180" y="3318"/>
                    </a:lnTo>
                    <a:lnTo>
                      <a:pt x="5181" y="3318"/>
                    </a:lnTo>
                    <a:lnTo>
                      <a:pt x="5202" y="3318"/>
                    </a:lnTo>
                    <a:lnTo>
                      <a:pt x="5223" y="3318"/>
                    </a:lnTo>
                    <a:lnTo>
                      <a:pt x="5245" y="3318"/>
                    </a:lnTo>
                    <a:lnTo>
                      <a:pt x="5266" y="3318"/>
                    </a:lnTo>
                    <a:lnTo>
                      <a:pt x="5288" y="3319"/>
                    </a:lnTo>
                    <a:lnTo>
                      <a:pt x="5309" y="3319"/>
                    </a:lnTo>
                    <a:lnTo>
                      <a:pt x="5330" y="3319"/>
                    </a:lnTo>
                    <a:lnTo>
                      <a:pt x="5352" y="3319"/>
                    </a:lnTo>
                    <a:lnTo>
                      <a:pt x="5364" y="3319"/>
                    </a:lnTo>
                    <a:lnTo>
                      <a:pt x="5376" y="3319"/>
                    </a:lnTo>
                    <a:lnTo>
                      <a:pt x="5397" y="3319"/>
                    </a:lnTo>
                    <a:lnTo>
                      <a:pt x="5419" y="3320"/>
                    </a:lnTo>
                    <a:lnTo>
                      <a:pt x="5439" y="3320"/>
                    </a:lnTo>
                    <a:lnTo>
                      <a:pt x="5461" y="3320"/>
                    </a:lnTo>
                    <a:lnTo>
                      <a:pt x="5483" y="3320"/>
                    </a:lnTo>
                    <a:lnTo>
                      <a:pt x="5504" y="3320"/>
                    </a:lnTo>
                    <a:lnTo>
                      <a:pt x="5526" y="3320"/>
                    </a:lnTo>
                    <a:lnTo>
                      <a:pt x="5548" y="3320"/>
                    </a:lnTo>
                    <a:lnTo>
                      <a:pt x="5552" y="3320"/>
                    </a:lnTo>
                    <a:lnTo>
                      <a:pt x="5557" y="3320"/>
                    </a:lnTo>
                    <a:lnTo>
                      <a:pt x="5564" y="3320"/>
                    </a:lnTo>
                    <a:lnTo>
                      <a:pt x="5570" y="3320"/>
                    </a:lnTo>
                    <a:lnTo>
                      <a:pt x="5591" y="3320"/>
                    </a:lnTo>
                    <a:lnTo>
                      <a:pt x="5612" y="3320"/>
                    </a:lnTo>
                    <a:lnTo>
                      <a:pt x="5631" y="3320"/>
                    </a:lnTo>
                    <a:lnTo>
                      <a:pt x="5652" y="3321"/>
                    </a:lnTo>
                    <a:lnTo>
                      <a:pt x="5672" y="3321"/>
                    </a:lnTo>
                    <a:lnTo>
                      <a:pt x="5692" y="3321"/>
                    </a:lnTo>
                    <a:lnTo>
                      <a:pt x="5713" y="3321"/>
                    </a:lnTo>
                    <a:lnTo>
                      <a:pt x="5733" y="3321"/>
                    </a:lnTo>
                    <a:lnTo>
                      <a:pt x="5764" y="3321"/>
                    </a:lnTo>
                    <a:lnTo>
                      <a:pt x="5794" y="3321"/>
                    </a:lnTo>
                    <a:lnTo>
                      <a:pt x="5825" y="3321"/>
                    </a:lnTo>
                    <a:lnTo>
                      <a:pt x="5856" y="3321"/>
                    </a:lnTo>
                    <a:lnTo>
                      <a:pt x="5886" y="3321"/>
                    </a:lnTo>
                    <a:lnTo>
                      <a:pt x="5917" y="3321"/>
                    </a:lnTo>
                    <a:lnTo>
                      <a:pt x="5947" y="3321"/>
                    </a:lnTo>
                    <a:lnTo>
                      <a:pt x="5977" y="3321"/>
                    </a:lnTo>
                    <a:lnTo>
                      <a:pt x="5980" y="3321"/>
                    </a:lnTo>
                    <a:lnTo>
                      <a:pt x="5982" y="3321"/>
                    </a:lnTo>
                    <a:lnTo>
                      <a:pt x="5985" y="3321"/>
                    </a:lnTo>
                    <a:lnTo>
                      <a:pt x="5988" y="3320"/>
                    </a:lnTo>
                    <a:lnTo>
                      <a:pt x="6018" y="3320"/>
                    </a:lnTo>
                    <a:lnTo>
                      <a:pt x="6047" y="3320"/>
                    </a:lnTo>
                    <a:lnTo>
                      <a:pt x="6076" y="3320"/>
                    </a:lnTo>
                    <a:lnTo>
                      <a:pt x="6105" y="3320"/>
                    </a:lnTo>
                    <a:lnTo>
                      <a:pt x="6135" y="3320"/>
                    </a:lnTo>
                    <a:lnTo>
                      <a:pt x="6164" y="3320"/>
                    </a:lnTo>
                    <a:lnTo>
                      <a:pt x="6193" y="3320"/>
                    </a:lnTo>
                    <a:lnTo>
                      <a:pt x="6222" y="3319"/>
                    </a:lnTo>
                    <a:lnTo>
                      <a:pt x="6232" y="3319"/>
                    </a:lnTo>
                    <a:lnTo>
                      <a:pt x="6242" y="3319"/>
                    </a:lnTo>
                    <a:lnTo>
                      <a:pt x="6270" y="3319"/>
                    </a:lnTo>
                    <a:lnTo>
                      <a:pt x="6298" y="3319"/>
                    </a:lnTo>
                    <a:lnTo>
                      <a:pt x="6327" y="3319"/>
                    </a:lnTo>
                    <a:lnTo>
                      <a:pt x="6355" y="3318"/>
                    </a:lnTo>
                    <a:lnTo>
                      <a:pt x="6383" y="3318"/>
                    </a:lnTo>
                    <a:lnTo>
                      <a:pt x="6410" y="3318"/>
                    </a:lnTo>
                    <a:lnTo>
                      <a:pt x="6438" y="3318"/>
                    </a:lnTo>
                    <a:lnTo>
                      <a:pt x="6466" y="3317"/>
                    </a:lnTo>
                    <a:lnTo>
                      <a:pt x="6472" y="3317"/>
                    </a:lnTo>
                    <a:lnTo>
                      <a:pt x="6477" y="3317"/>
                    </a:lnTo>
                    <a:lnTo>
                      <a:pt x="6483" y="3317"/>
                    </a:lnTo>
                    <a:lnTo>
                      <a:pt x="6488" y="3317"/>
                    </a:lnTo>
                    <a:lnTo>
                      <a:pt x="6510" y="3317"/>
                    </a:lnTo>
                    <a:lnTo>
                      <a:pt x="6533" y="3317"/>
                    </a:lnTo>
                    <a:lnTo>
                      <a:pt x="6556" y="3316"/>
                    </a:lnTo>
                    <a:lnTo>
                      <a:pt x="6578" y="3316"/>
                    </a:lnTo>
                    <a:lnTo>
                      <a:pt x="6601" y="3316"/>
                    </a:lnTo>
                    <a:lnTo>
                      <a:pt x="6624" y="3315"/>
                    </a:lnTo>
                    <a:lnTo>
                      <a:pt x="6646" y="3315"/>
                    </a:lnTo>
                    <a:lnTo>
                      <a:pt x="6669" y="3315"/>
                    </a:lnTo>
                    <a:lnTo>
                      <a:pt x="6682" y="3315"/>
                    </a:lnTo>
                    <a:lnTo>
                      <a:pt x="6697" y="3314"/>
                    </a:lnTo>
                    <a:lnTo>
                      <a:pt x="6720" y="3314"/>
                    </a:lnTo>
                    <a:lnTo>
                      <a:pt x="6741" y="3314"/>
                    </a:lnTo>
                    <a:lnTo>
                      <a:pt x="6763" y="3313"/>
                    </a:lnTo>
                    <a:lnTo>
                      <a:pt x="6786" y="3313"/>
                    </a:lnTo>
                    <a:lnTo>
                      <a:pt x="6807" y="3313"/>
                    </a:lnTo>
                    <a:lnTo>
                      <a:pt x="6829" y="3312"/>
                    </a:lnTo>
                    <a:lnTo>
                      <a:pt x="6852" y="3312"/>
                    </a:lnTo>
                    <a:lnTo>
                      <a:pt x="6873" y="3312"/>
                    </a:lnTo>
                    <a:lnTo>
                      <a:pt x="6888" y="3310"/>
                    </a:lnTo>
                    <a:lnTo>
                      <a:pt x="6901" y="3310"/>
                    </a:lnTo>
                    <a:lnTo>
                      <a:pt x="6924" y="3310"/>
                    </a:lnTo>
                    <a:lnTo>
                      <a:pt x="6945" y="3309"/>
                    </a:lnTo>
                    <a:lnTo>
                      <a:pt x="6967" y="3309"/>
                    </a:lnTo>
                    <a:lnTo>
                      <a:pt x="6989" y="3308"/>
                    </a:lnTo>
                    <a:lnTo>
                      <a:pt x="7010" y="3308"/>
                    </a:lnTo>
                    <a:lnTo>
                      <a:pt x="7032" y="3308"/>
                    </a:lnTo>
                    <a:lnTo>
                      <a:pt x="7054" y="3307"/>
                    </a:lnTo>
                    <a:lnTo>
                      <a:pt x="7075" y="3307"/>
                    </a:lnTo>
                    <a:lnTo>
                      <a:pt x="7088" y="3306"/>
                    </a:lnTo>
                    <a:lnTo>
                      <a:pt x="7101" y="3306"/>
                    </a:lnTo>
                    <a:lnTo>
                      <a:pt x="7123" y="3306"/>
                    </a:lnTo>
                    <a:lnTo>
                      <a:pt x="7144" y="3305"/>
                    </a:lnTo>
                    <a:lnTo>
                      <a:pt x="7166" y="3305"/>
                    </a:lnTo>
                    <a:lnTo>
                      <a:pt x="7188" y="3304"/>
                    </a:lnTo>
                    <a:lnTo>
                      <a:pt x="7209" y="3304"/>
                    </a:lnTo>
                    <a:lnTo>
                      <a:pt x="7231" y="3303"/>
                    </a:lnTo>
                    <a:lnTo>
                      <a:pt x="7251" y="3303"/>
                    </a:lnTo>
                    <a:lnTo>
                      <a:pt x="7273" y="3302"/>
                    </a:lnTo>
                    <a:lnTo>
                      <a:pt x="7277" y="3302"/>
                    </a:lnTo>
                    <a:lnTo>
                      <a:pt x="7282" y="3302"/>
                    </a:lnTo>
                    <a:lnTo>
                      <a:pt x="7298" y="3301"/>
                    </a:lnTo>
                    <a:lnTo>
                      <a:pt x="7313" y="3301"/>
                    </a:lnTo>
                    <a:lnTo>
                      <a:pt x="7329" y="3301"/>
                    </a:lnTo>
                    <a:lnTo>
                      <a:pt x="7344" y="3300"/>
                    </a:lnTo>
                    <a:lnTo>
                      <a:pt x="7360" y="3300"/>
                    </a:lnTo>
                    <a:lnTo>
                      <a:pt x="7375" y="3299"/>
                    </a:lnTo>
                    <a:lnTo>
                      <a:pt x="7388" y="3299"/>
                    </a:lnTo>
                    <a:lnTo>
                      <a:pt x="7400" y="3299"/>
                    </a:lnTo>
                    <a:lnTo>
                      <a:pt x="7413" y="3298"/>
                    </a:lnTo>
                    <a:lnTo>
                      <a:pt x="7426" y="3298"/>
                    </a:lnTo>
                    <a:lnTo>
                      <a:pt x="7439" y="3298"/>
                    </a:lnTo>
                    <a:lnTo>
                      <a:pt x="7453" y="3297"/>
                    </a:lnTo>
                    <a:lnTo>
                      <a:pt x="7468" y="3297"/>
                    </a:lnTo>
                    <a:lnTo>
                      <a:pt x="7481" y="3296"/>
                    </a:lnTo>
                    <a:lnTo>
                      <a:pt x="7495" y="3296"/>
                    </a:lnTo>
                    <a:lnTo>
                      <a:pt x="7507" y="3296"/>
                    </a:lnTo>
                    <a:lnTo>
                      <a:pt x="7519" y="3295"/>
                    </a:lnTo>
                    <a:lnTo>
                      <a:pt x="7532" y="3295"/>
                    </a:lnTo>
                    <a:lnTo>
                      <a:pt x="7546" y="3295"/>
                    </a:lnTo>
                    <a:lnTo>
                      <a:pt x="7560" y="3294"/>
                    </a:lnTo>
                    <a:lnTo>
                      <a:pt x="7574" y="3294"/>
                    </a:lnTo>
                    <a:lnTo>
                      <a:pt x="7587" y="3293"/>
                    </a:lnTo>
                    <a:lnTo>
                      <a:pt x="7601" y="3293"/>
                    </a:lnTo>
                    <a:lnTo>
                      <a:pt x="7613" y="3292"/>
                    </a:lnTo>
                    <a:lnTo>
                      <a:pt x="7626" y="3292"/>
                    </a:lnTo>
                    <a:lnTo>
                      <a:pt x="7638" y="3292"/>
                    </a:lnTo>
                    <a:lnTo>
                      <a:pt x="7651" y="3291"/>
                    </a:lnTo>
                    <a:lnTo>
                      <a:pt x="7665" y="3291"/>
                    </a:lnTo>
                    <a:lnTo>
                      <a:pt x="7678" y="3290"/>
                    </a:lnTo>
                    <a:lnTo>
                      <a:pt x="7692" y="3290"/>
                    </a:lnTo>
                    <a:lnTo>
                      <a:pt x="7704" y="3289"/>
                    </a:lnTo>
                    <a:lnTo>
                      <a:pt x="7716" y="3289"/>
                    </a:lnTo>
                    <a:lnTo>
                      <a:pt x="7729" y="3289"/>
                    </a:lnTo>
                    <a:lnTo>
                      <a:pt x="7741" y="3288"/>
                    </a:lnTo>
                    <a:lnTo>
                      <a:pt x="7755" y="3288"/>
                    </a:lnTo>
                    <a:lnTo>
                      <a:pt x="7770" y="3287"/>
                    </a:lnTo>
                    <a:lnTo>
                      <a:pt x="7784" y="3287"/>
                    </a:lnTo>
                    <a:lnTo>
                      <a:pt x="7799" y="3286"/>
                    </a:lnTo>
                    <a:lnTo>
                      <a:pt x="7811" y="3286"/>
                    </a:lnTo>
                    <a:lnTo>
                      <a:pt x="7825" y="3285"/>
                    </a:lnTo>
                    <a:lnTo>
                      <a:pt x="7837" y="3285"/>
                    </a:lnTo>
                    <a:lnTo>
                      <a:pt x="7849" y="3284"/>
                    </a:lnTo>
                    <a:lnTo>
                      <a:pt x="7872" y="3283"/>
                    </a:lnTo>
                    <a:lnTo>
                      <a:pt x="7895" y="3283"/>
                    </a:lnTo>
                    <a:lnTo>
                      <a:pt x="7917" y="3282"/>
                    </a:lnTo>
                    <a:lnTo>
                      <a:pt x="7939" y="3281"/>
                    </a:lnTo>
                    <a:lnTo>
                      <a:pt x="7952" y="3280"/>
                    </a:lnTo>
                    <a:lnTo>
                      <a:pt x="7965" y="3280"/>
                    </a:lnTo>
                    <a:lnTo>
                      <a:pt x="7978" y="3279"/>
                    </a:lnTo>
                    <a:lnTo>
                      <a:pt x="7992" y="3279"/>
                    </a:lnTo>
                    <a:lnTo>
                      <a:pt x="8003" y="3278"/>
                    </a:lnTo>
                    <a:lnTo>
                      <a:pt x="8014" y="3278"/>
                    </a:lnTo>
                    <a:lnTo>
                      <a:pt x="8026" y="3276"/>
                    </a:lnTo>
                    <a:lnTo>
                      <a:pt x="8037" y="3276"/>
                    </a:lnTo>
                    <a:lnTo>
                      <a:pt x="8050" y="3275"/>
                    </a:lnTo>
                    <a:lnTo>
                      <a:pt x="8064" y="3275"/>
                    </a:lnTo>
                    <a:lnTo>
                      <a:pt x="8077" y="3274"/>
                    </a:lnTo>
                    <a:lnTo>
                      <a:pt x="8090" y="3274"/>
                    </a:lnTo>
                    <a:lnTo>
                      <a:pt x="8102" y="3273"/>
                    </a:lnTo>
                    <a:lnTo>
                      <a:pt x="8112" y="3273"/>
                    </a:lnTo>
                    <a:lnTo>
                      <a:pt x="8123" y="3272"/>
                    </a:lnTo>
                    <a:lnTo>
                      <a:pt x="8134" y="3272"/>
                    </a:lnTo>
                    <a:lnTo>
                      <a:pt x="8144" y="3271"/>
                    </a:lnTo>
                    <a:lnTo>
                      <a:pt x="8153" y="3271"/>
                    </a:lnTo>
                    <a:lnTo>
                      <a:pt x="8162" y="3271"/>
                    </a:lnTo>
                    <a:lnTo>
                      <a:pt x="8170" y="3270"/>
                    </a:lnTo>
                    <a:lnTo>
                      <a:pt x="8207" y="3269"/>
                    </a:lnTo>
                    <a:lnTo>
                      <a:pt x="8244" y="3267"/>
                    </a:lnTo>
                    <a:lnTo>
                      <a:pt x="8281" y="3265"/>
                    </a:lnTo>
                    <a:lnTo>
                      <a:pt x="8317" y="3263"/>
                    </a:lnTo>
                    <a:lnTo>
                      <a:pt x="8330" y="3263"/>
                    </a:lnTo>
                    <a:lnTo>
                      <a:pt x="8342" y="3262"/>
                    </a:lnTo>
                    <a:lnTo>
                      <a:pt x="8379" y="3260"/>
                    </a:lnTo>
                    <a:lnTo>
                      <a:pt x="8415" y="3258"/>
                    </a:lnTo>
                    <a:lnTo>
                      <a:pt x="8451" y="3257"/>
                    </a:lnTo>
                    <a:lnTo>
                      <a:pt x="8487" y="3255"/>
                    </a:lnTo>
                    <a:lnTo>
                      <a:pt x="8498" y="3254"/>
                    </a:lnTo>
                    <a:lnTo>
                      <a:pt x="8508" y="3253"/>
                    </a:lnTo>
                    <a:lnTo>
                      <a:pt x="8544" y="3251"/>
                    </a:lnTo>
                    <a:lnTo>
                      <a:pt x="8580" y="3249"/>
                    </a:lnTo>
                    <a:lnTo>
                      <a:pt x="8616" y="3247"/>
                    </a:lnTo>
                    <a:lnTo>
                      <a:pt x="8651" y="3245"/>
                    </a:lnTo>
                    <a:lnTo>
                      <a:pt x="8659" y="3245"/>
                    </a:lnTo>
                    <a:lnTo>
                      <a:pt x="8669" y="3244"/>
                    </a:lnTo>
                    <a:lnTo>
                      <a:pt x="8704" y="3241"/>
                    </a:lnTo>
                    <a:lnTo>
                      <a:pt x="8739" y="3239"/>
                    </a:lnTo>
                    <a:lnTo>
                      <a:pt x="8773" y="3237"/>
                    </a:lnTo>
                    <a:lnTo>
                      <a:pt x="8808" y="3235"/>
                    </a:lnTo>
                    <a:lnTo>
                      <a:pt x="8810" y="3234"/>
                    </a:lnTo>
                    <a:lnTo>
                      <a:pt x="8813" y="3234"/>
                    </a:lnTo>
                    <a:lnTo>
                      <a:pt x="8826" y="3233"/>
                    </a:lnTo>
                    <a:lnTo>
                      <a:pt x="8840" y="3232"/>
                    </a:lnTo>
                    <a:lnTo>
                      <a:pt x="8853" y="3232"/>
                    </a:lnTo>
                    <a:lnTo>
                      <a:pt x="8866" y="3231"/>
                    </a:lnTo>
                    <a:lnTo>
                      <a:pt x="8879" y="3230"/>
                    </a:lnTo>
                    <a:lnTo>
                      <a:pt x="8891" y="3229"/>
                    </a:lnTo>
                    <a:lnTo>
                      <a:pt x="8901" y="3228"/>
                    </a:lnTo>
                    <a:lnTo>
                      <a:pt x="8910" y="3228"/>
                    </a:lnTo>
                    <a:lnTo>
                      <a:pt x="8919" y="3227"/>
                    </a:lnTo>
                    <a:lnTo>
                      <a:pt x="8928" y="3226"/>
                    </a:lnTo>
                    <a:lnTo>
                      <a:pt x="8941" y="3225"/>
                    </a:lnTo>
                    <a:lnTo>
                      <a:pt x="8953" y="3225"/>
                    </a:lnTo>
                    <a:lnTo>
                      <a:pt x="8966" y="3224"/>
                    </a:lnTo>
                    <a:lnTo>
                      <a:pt x="8978" y="3223"/>
                    </a:lnTo>
                    <a:lnTo>
                      <a:pt x="8986" y="3222"/>
                    </a:lnTo>
                    <a:lnTo>
                      <a:pt x="8995" y="3222"/>
                    </a:lnTo>
                    <a:lnTo>
                      <a:pt x="9004" y="3221"/>
                    </a:lnTo>
                    <a:lnTo>
                      <a:pt x="9012" y="3220"/>
                    </a:lnTo>
                    <a:lnTo>
                      <a:pt x="9025" y="3219"/>
                    </a:lnTo>
                    <a:lnTo>
                      <a:pt x="9039" y="3218"/>
                    </a:lnTo>
                    <a:lnTo>
                      <a:pt x="9052" y="3217"/>
                    </a:lnTo>
                    <a:lnTo>
                      <a:pt x="9066" y="3216"/>
                    </a:lnTo>
                    <a:lnTo>
                      <a:pt x="9079" y="3215"/>
                    </a:lnTo>
                    <a:lnTo>
                      <a:pt x="9093" y="3214"/>
                    </a:lnTo>
                    <a:lnTo>
                      <a:pt x="9113" y="3213"/>
                    </a:lnTo>
                    <a:lnTo>
                      <a:pt x="9133" y="3211"/>
                    </a:lnTo>
                    <a:lnTo>
                      <a:pt x="9152" y="3209"/>
                    </a:lnTo>
                    <a:lnTo>
                      <a:pt x="9172" y="3207"/>
                    </a:lnTo>
                    <a:lnTo>
                      <a:pt x="9172" y="3207"/>
                    </a:lnTo>
                    <a:lnTo>
                      <a:pt x="9173" y="3207"/>
                    </a:lnTo>
                    <a:lnTo>
                      <a:pt x="9187" y="3206"/>
                    </a:lnTo>
                    <a:lnTo>
                      <a:pt x="9202" y="3204"/>
                    </a:lnTo>
                    <a:lnTo>
                      <a:pt x="9216" y="3203"/>
                    </a:lnTo>
                    <a:lnTo>
                      <a:pt x="9230" y="3202"/>
                    </a:lnTo>
                    <a:lnTo>
                      <a:pt x="9235" y="3202"/>
                    </a:lnTo>
                    <a:lnTo>
                      <a:pt x="9240" y="3201"/>
                    </a:lnTo>
                    <a:lnTo>
                      <a:pt x="9264" y="3199"/>
                    </a:lnTo>
                    <a:lnTo>
                      <a:pt x="9289" y="3197"/>
                    </a:lnTo>
                    <a:lnTo>
                      <a:pt x="9314" y="3195"/>
                    </a:lnTo>
                    <a:lnTo>
                      <a:pt x="9338" y="3192"/>
                    </a:lnTo>
                    <a:lnTo>
                      <a:pt x="9362" y="3190"/>
                    </a:lnTo>
                    <a:lnTo>
                      <a:pt x="9386" y="3188"/>
                    </a:lnTo>
                    <a:lnTo>
                      <a:pt x="9410" y="3186"/>
                    </a:lnTo>
                    <a:lnTo>
                      <a:pt x="9432" y="3183"/>
                    </a:lnTo>
                    <a:lnTo>
                      <a:pt x="9434" y="3183"/>
                    </a:lnTo>
                    <a:lnTo>
                      <a:pt x="9434" y="3183"/>
                    </a:lnTo>
                    <a:lnTo>
                      <a:pt x="9458" y="3181"/>
                    </a:lnTo>
                    <a:lnTo>
                      <a:pt x="9483" y="3178"/>
                    </a:lnTo>
                    <a:lnTo>
                      <a:pt x="9508" y="3176"/>
                    </a:lnTo>
                    <a:lnTo>
                      <a:pt x="9531" y="3172"/>
                    </a:lnTo>
                    <a:lnTo>
                      <a:pt x="9538" y="3171"/>
                    </a:lnTo>
                    <a:lnTo>
                      <a:pt x="9545" y="3171"/>
                    </a:lnTo>
                    <a:lnTo>
                      <a:pt x="9566" y="3168"/>
                    </a:lnTo>
                    <a:lnTo>
                      <a:pt x="9589" y="3166"/>
                    </a:lnTo>
                    <a:lnTo>
                      <a:pt x="9611" y="3163"/>
                    </a:lnTo>
                    <a:lnTo>
                      <a:pt x="9632" y="3160"/>
                    </a:lnTo>
                    <a:lnTo>
                      <a:pt x="9637" y="3160"/>
                    </a:lnTo>
                    <a:lnTo>
                      <a:pt x="9641" y="3159"/>
                    </a:lnTo>
                    <a:lnTo>
                      <a:pt x="9645" y="3159"/>
                    </a:lnTo>
                    <a:lnTo>
                      <a:pt x="9648" y="3159"/>
                    </a:lnTo>
                    <a:lnTo>
                      <a:pt x="9668" y="3156"/>
                    </a:lnTo>
                    <a:lnTo>
                      <a:pt x="9687" y="3154"/>
                    </a:lnTo>
                    <a:lnTo>
                      <a:pt x="9707" y="3151"/>
                    </a:lnTo>
                    <a:lnTo>
                      <a:pt x="9725" y="3149"/>
                    </a:lnTo>
                    <a:lnTo>
                      <a:pt x="9731" y="3148"/>
                    </a:lnTo>
                    <a:lnTo>
                      <a:pt x="9739" y="3147"/>
                    </a:lnTo>
                    <a:lnTo>
                      <a:pt x="9756" y="3145"/>
                    </a:lnTo>
                    <a:lnTo>
                      <a:pt x="9774" y="3142"/>
                    </a:lnTo>
                    <a:lnTo>
                      <a:pt x="9791" y="3139"/>
                    </a:lnTo>
                    <a:lnTo>
                      <a:pt x="9808" y="3137"/>
                    </a:lnTo>
                    <a:lnTo>
                      <a:pt x="9810" y="3136"/>
                    </a:lnTo>
                    <a:lnTo>
                      <a:pt x="9813" y="3136"/>
                    </a:lnTo>
                    <a:lnTo>
                      <a:pt x="9813" y="3136"/>
                    </a:lnTo>
                    <a:lnTo>
                      <a:pt x="9814" y="3136"/>
                    </a:lnTo>
                    <a:lnTo>
                      <a:pt x="9831" y="3133"/>
                    </a:lnTo>
                    <a:lnTo>
                      <a:pt x="9848" y="3131"/>
                    </a:lnTo>
                    <a:lnTo>
                      <a:pt x="9863" y="3128"/>
                    </a:lnTo>
                    <a:lnTo>
                      <a:pt x="9880" y="3126"/>
                    </a:lnTo>
                    <a:lnTo>
                      <a:pt x="9886" y="3125"/>
                    </a:lnTo>
                    <a:lnTo>
                      <a:pt x="9893" y="3123"/>
                    </a:lnTo>
                    <a:lnTo>
                      <a:pt x="9909" y="3121"/>
                    </a:lnTo>
                    <a:lnTo>
                      <a:pt x="9924" y="3118"/>
                    </a:lnTo>
                    <a:lnTo>
                      <a:pt x="9939" y="3116"/>
                    </a:lnTo>
                    <a:lnTo>
                      <a:pt x="9953" y="3113"/>
                    </a:lnTo>
                    <a:lnTo>
                      <a:pt x="9954" y="3113"/>
                    </a:lnTo>
                    <a:lnTo>
                      <a:pt x="9956" y="3113"/>
                    </a:lnTo>
                    <a:lnTo>
                      <a:pt x="9958" y="3112"/>
                    </a:lnTo>
                    <a:lnTo>
                      <a:pt x="9961" y="3112"/>
                    </a:lnTo>
                    <a:lnTo>
                      <a:pt x="9975" y="3109"/>
                    </a:lnTo>
                    <a:lnTo>
                      <a:pt x="9987" y="3107"/>
                    </a:lnTo>
                    <a:lnTo>
                      <a:pt x="10000" y="3103"/>
                    </a:lnTo>
                    <a:lnTo>
                      <a:pt x="10013" y="3101"/>
                    </a:lnTo>
                    <a:lnTo>
                      <a:pt x="10017" y="3100"/>
                    </a:lnTo>
                    <a:lnTo>
                      <a:pt x="10020" y="3099"/>
                    </a:lnTo>
                    <a:lnTo>
                      <a:pt x="10033" y="3097"/>
                    </a:lnTo>
                    <a:lnTo>
                      <a:pt x="10046" y="3094"/>
                    </a:lnTo>
                    <a:lnTo>
                      <a:pt x="10057" y="3091"/>
                    </a:lnTo>
                    <a:lnTo>
                      <a:pt x="10069" y="3089"/>
                    </a:lnTo>
                    <a:lnTo>
                      <a:pt x="10072" y="3088"/>
                    </a:lnTo>
                    <a:lnTo>
                      <a:pt x="10075" y="3088"/>
                    </a:lnTo>
                    <a:lnTo>
                      <a:pt x="10079" y="3087"/>
                    </a:lnTo>
                    <a:lnTo>
                      <a:pt x="10084" y="3085"/>
                    </a:lnTo>
                    <a:lnTo>
                      <a:pt x="10089" y="3084"/>
                    </a:lnTo>
                    <a:lnTo>
                      <a:pt x="10095" y="3083"/>
                    </a:lnTo>
                    <a:lnTo>
                      <a:pt x="10105" y="3080"/>
                    </a:lnTo>
                    <a:lnTo>
                      <a:pt x="10113" y="3078"/>
                    </a:lnTo>
                    <a:lnTo>
                      <a:pt x="10118" y="3077"/>
                    </a:lnTo>
                    <a:lnTo>
                      <a:pt x="10123" y="3076"/>
                    </a:lnTo>
                    <a:lnTo>
                      <a:pt x="10132" y="3073"/>
                    </a:lnTo>
                    <a:lnTo>
                      <a:pt x="10142" y="3069"/>
                    </a:lnTo>
                    <a:lnTo>
                      <a:pt x="10145" y="3068"/>
                    </a:lnTo>
                    <a:lnTo>
                      <a:pt x="10148" y="3067"/>
                    </a:lnTo>
                    <a:lnTo>
                      <a:pt x="10159" y="3064"/>
                    </a:lnTo>
                    <a:lnTo>
                      <a:pt x="10169" y="3061"/>
                    </a:lnTo>
                    <a:lnTo>
                      <a:pt x="10171" y="3060"/>
                    </a:lnTo>
                    <a:lnTo>
                      <a:pt x="10171" y="3060"/>
                    </a:lnTo>
                    <a:lnTo>
                      <a:pt x="10175" y="3059"/>
                    </a:lnTo>
                    <a:lnTo>
                      <a:pt x="10179" y="3058"/>
                    </a:lnTo>
                    <a:lnTo>
                      <a:pt x="10186" y="3055"/>
                    </a:lnTo>
                    <a:lnTo>
                      <a:pt x="10192" y="3053"/>
                    </a:lnTo>
                    <a:lnTo>
                      <a:pt x="10196" y="3051"/>
                    </a:lnTo>
                    <a:lnTo>
                      <a:pt x="10199" y="3050"/>
                    </a:lnTo>
                    <a:lnTo>
                      <a:pt x="10206" y="3047"/>
                    </a:lnTo>
                    <a:lnTo>
                      <a:pt x="10212" y="3045"/>
                    </a:lnTo>
                    <a:lnTo>
                      <a:pt x="10215" y="3044"/>
                    </a:lnTo>
                    <a:lnTo>
                      <a:pt x="10218" y="3042"/>
                    </a:lnTo>
                    <a:lnTo>
                      <a:pt x="10223" y="3040"/>
                    </a:lnTo>
                    <a:lnTo>
                      <a:pt x="10228" y="3036"/>
                    </a:lnTo>
                    <a:lnTo>
                      <a:pt x="10231" y="3035"/>
                    </a:lnTo>
                    <a:lnTo>
                      <a:pt x="10233" y="3033"/>
                    </a:lnTo>
                    <a:lnTo>
                      <a:pt x="10236" y="3032"/>
                    </a:lnTo>
                    <a:lnTo>
                      <a:pt x="10240" y="3030"/>
                    </a:lnTo>
                    <a:lnTo>
                      <a:pt x="10241" y="3029"/>
                    </a:lnTo>
                    <a:lnTo>
                      <a:pt x="10243" y="3028"/>
                    </a:lnTo>
                    <a:lnTo>
                      <a:pt x="10244" y="3027"/>
                    </a:lnTo>
                    <a:lnTo>
                      <a:pt x="10246" y="3026"/>
                    </a:lnTo>
                    <a:lnTo>
                      <a:pt x="10250" y="3024"/>
                    </a:lnTo>
                    <a:lnTo>
                      <a:pt x="10253" y="3021"/>
                    </a:lnTo>
                    <a:lnTo>
                      <a:pt x="10255" y="3020"/>
                    </a:lnTo>
                    <a:lnTo>
                      <a:pt x="10256" y="3018"/>
                    </a:lnTo>
                    <a:lnTo>
                      <a:pt x="10259" y="3016"/>
                    </a:lnTo>
                    <a:lnTo>
                      <a:pt x="10262" y="3013"/>
                    </a:lnTo>
                    <a:lnTo>
                      <a:pt x="10263" y="3012"/>
                    </a:lnTo>
                    <a:lnTo>
                      <a:pt x="10264" y="3011"/>
                    </a:lnTo>
                    <a:lnTo>
                      <a:pt x="10267" y="3007"/>
                    </a:lnTo>
                    <a:lnTo>
                      <a:pt x="10269" y="3002"/>
                    </a:lnTo>
                    <a:lnTo>
                      <a:pt x="10354" y="2843"/>
                    </a:lnTo>
                    <a:lnTo>
                      <a:pt x="10438" y="2683"/>
                    </a:lnTo>
                    <a:lnTo>
                      <a:pt x="10522" y="2523"/>
                    </a:lnTo>
                    <a:lnTo>
                      <a:pt x="10607" y="2364"/>
                    </a:lnTo>
                    <a:lnTo>
                      <a:pt x="10691" y="2204"/>
                    </a:lnTo>
                    <a:lnTo>
                      <a:pt x="10776" y="2044"/>
                    </a:lnTo>
                    <a:lnTo>
                      <a:pt x="10859" y="1885"/>
                    </a:lnTo>
                    <a:lnTo>
                      <a:pt x="10944" y="1725"/>
                    </a:lnTo>
                    <a:lnTo>
                      <a:pt x="11028" y="1565"/>
                    </a:lnTo>
                    <a:lnTo>
                      <a:pt x="11113" y="1406"/>
                    </a:lnTo>
                    <a:lnTo>
                      <a:pt x="11196" y="1246"/>
                    </a:lnTo>
                    <a:lnTo>
                      <a:pt x="11281" y="1086"/>
                    </a:lnTo>
                    <a:lnTo>
                      <a:pt x="11365" y="927"/>
                    </a:lnTo>
                    <a:lnTo>
                      <a:pt x="11450" y="767"/>
                    </a:lnTo>
                    <a:lnTo>
                      <a:pt x="11534" y="607"/>
                    </a:lnTo>
                    <a:lnTo>
                      <a:pt x="11618" y="448"/>
                    </a:lnTo>
                    <a:lnTo>
                      <a:pt x="11620" y="443"/>
                    </a:lnTo>
                    <a:lnTo>
                      <a:pt x="11622" y="438"/>
                    </a:lnTo>
                    <a:lnTo>
                      <a:pt x="11623" y="432"/>
                    </a:lnTo>
                    <a:lnTo>
                      <a:pt x="11622" y="42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4" name="Freeform 12">
                <a:extLst>
                  <a:ext uri="{FF2B5EF4-FFF2-40B4-BE49-F238E27FC236}">
                    <a16:creationId xmlns:a16="http://schemas.microsoft.com/office/drawing/2014/main" id="{366C6AB9-85EC-4317-B00F-ACC59064F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9300" y="2754790"/>
                <a:ext cx="3073400" cy="228600"/>
              </a:xfrm>
              <a:custGeom>
                <a:avLst/>
                <a:gdLst>
                  <a:gd name="T0" fmla="*/ 11582 w 11622"/>
                  <a:gd name="T1" fmla="*/ 482 h 862"/>
                  <a:gd name="T2" fmla="*/ 11414 w 11622"/>
                  <a:gd name="T3" fmla="*/ 546 h 862"/>
                  <a:gd name="T4" fmla="*/ 11125 w 11622"/>
                  <a:gd name="T5" fmla="*/ 605 h 862"/>
                  <a:gd name="T6" fmla="*/ 10728 w 11622"/>
                  <a:gd name="T7" fmla="*/ 661 h 862"/>
                  <a:gd name="T8" fmla="*/ 10230 w 11622"/>
                  <a:gd name="T9" fmla="*/ 710 h 862"/>
                  <a:gd name="T10" fmla="*/ 9643 w 11622"/>
                  <a:gd name="T11" fmla="*/ 755 h 862"/>
                  <a:gd name="T12" fmla="*/ 8976 w 11622"/>
                  <a:gd name="T13" fmla="*/ 792 h 862"/>
                  <a:gd name="T14" fmla="*/ 8239 w 11622"/>
                  <a:gd name="T15" fmla="*/ 823 h 862"/>
                  <a:gd name="T16" fmla="*/ 7442 w 11622"/>
                  <a:gd name="T17" fmla="*/ 844 h 862"/>
                  <a:gd name="T18" fmla="*/ 6596 w 11622"/>
                  <a:gd name="T19" fmla="*/ 858 h 862"/>
                  <a:gd name="T20" fmla="*/ 5709 w 11622"/>
                  <a:gd name="T21" fmla="*/ 862 h 862"/>
                  <a:gd name="T22" fmla="*/ 4826 w 11622"/>
                  <a:gd name="T23" fmla="*/ 856 h 862"/>
                  <a:gd name="T24" fmla="*/ 3986 w 11622"/>
                  <a:gd name="T25" fmla="*/ 840 h 862"/>
                  <a:gd name="T26" fmla="*/ 3201 w 11622"/>
                  <a:gd name="T27" fmla="*/ 816 h 862"/>
                  <a:gd name="T28" fmla="*/ 2478 w 11622"/>
                  <a:gd name="T29" fmla="*/ 784 h 862"/>
                  <a:gd name="T30" fmla="*/ 1829 w 11622"/>
                  <a:gd name="T31" fmla="*/ 744 h 862"/>
                  <a:gd name="T32" fmla="*/ 1263 w 11622"/>
                  <a:gd name="T33" fmla="*/ 699 h 862"/>
                  <a:gd name="T34" fmla="*/ 789 w 11622"/>
                  <a:gd name="T35" fmla="*/ 648 h 862"/>
                  <a:gd name="T36" fmla="*/ 418 w 11622"/>
                  <a:gd name="T37" fmla="*/ 591 h 862"/>
                  <a:gd name="T38" fmla="*/ 158 w 11622"/>
                  <a:gd name="T39" fmla="*/ 531 h 862"/>
                  <a:gd name="T40" fmla="*/ 20 w 11622"/>
                  <a:gd name="T41" fmla="*/ 467 h 862"/>
                  <a:gd name="T42" fmla="*/ 14 w 11622"/>
                  <a:gd name="T43" fmla="*/ 401 h 862"/>
                  <a:gd name="T44" fmla="*/ 139 w 11622"/>
                  <a:gd name="T45" fmla="*/ 337 h 862"/>
                  <a:gd name="T46" fmla="*/ 388 w 11622"/>
                  <a:gd name="T47" fmla="*/ 276 h 862"/>
                  <a:gd name="T48" fmla="*/ 751 w 11622"/>
                  <a:gd name="T49" fmla="*/ 219 h 862"/>
                  <a:gd name="T50" fmla="*/ 1215 w 11622"/>
                  <a:gd name="T51" fmla="*/ 167 h 862"/>
                  <a:gd name="T52" fmla="*/ 1774 w 11622"/>
                  <a:gd name="T53" fmla="*/ 121 h 862"/>
                  <a:gd name="T54" fmla="*/ 2416 w 11622"/>
                  <a:gd name="T55" fmla="*/ 81 h 862"/>
                  <a:gd name="T56" fmla="*/ 3131 w 11622"/>
                  <a:gd name="T57" fmla="*/ 48 h 862"/>
                  <a:gd name="T58" fmla="*/ 3909 w 11622"/>
                  <a:gd name="T59" fmla="*/ 23 h 862"/>
                  <a:gd name="T60" fmla="*/ 4740 w 11622"/>
                  <a:gd name="T61" fmla="*/ 7 h 862"/>
                  <a:gd name="T62" fmla="*/ 5614 w 11622"/>
                  <a:gd name="T63" fmla="*/ 0 h 862"/>
                  <a:gd name="T64" fmla="*/ 6506 w 11622"/>
                  <a:gd name="T65" fmla="*/ 3 h 862"/>
                  <a:gd name="T66" fmla="*/ 7362 w 11622"/>
                  <a:gd name="T67" fmla="*/ 15 h 862"/>
                  <a:gd name="T68" fmla="*/ 8166 w 11622"/>
                  <a:gd name="T69" fmla="*/ 37 h 862"/>
                  <a:gd name="T70" fmla="*/ 8911 w 11622"/>
                  <a:gd name="T71" fmla="*/ 67 h 862"/>
                  <a:gd name="T72" fmla="*/ 9585 w 11622"/>
                  <a:gd name="T73" fmla="*/ 103 h 862"/>
                  <a:gd name="T74" fmla="*/ 10180 w 11622"/>
                  <a:gd name="T75" fmla="*/ 147 h 862"/>
                  <a:gd name="T76" fmla="*/ 10686 w 11622"/>
                  <a:gd name="T77" fmla="*/ 196 h 862"/>
                  <a:gd name="T78" fmla="*/ 11092 w 11622"/>
                  <a:gd name="T79" fmla="*/ 251 h 862"/>
                  <a:gd name="T80" fmla="*/ 11391 w 11622"/>
                  <a:gd name="T81" fmla="*/ 310 h 862"/>
                  <a:gd name="T82" fmla="*/ 11570 w 11622"/>
                  <a:gd name="T83" fmla="*/ 373 h 862"/>
                  <a:gd name="T84" fmla="*/ 11622 w 11622"/>
                  <a:gd name="T85" fmla="*/ 438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1622" h="862">
                    <a:moveTo>
                      <a:pt x="11622" y="438"/>
                    </a:moveTo>
                    <a:lnTo>
                      <a:pt x="11608" y="460"/>
                    </a:lnTo>
                    <a:lnTo>
                      <a:pt x="11582" y="482"/>
                    </a:lnTo>
                    <a:lnTo>
                      <a:pt x="11539" y="503"/>
                    </a:lnTo>
                    <a:lnTo>
                      <a:pt x="11483" y="525"/>
                    </a:lnTo>
                    <a:lnTo>
                      <a:pt x="11414" y="546"/>
                    </a:lnTo>
                    <a:lnTo>
                      <a:pt x="11330" y="566"/>
                    </a:lnTo>
                    <a:lnTo>
                      <a:pt x="11234" y="586"/>
                    </a:lnTo>
                    <a:lnTo>
                      <a:pt x="11125" y="605"/>
                    </a:lnTo>
                    <a:lnTo>
                      <a:pt x="11004" y="624"/>
                    </a:lnTo>
                    <a:lnTo>
                      <a:pt x="10871" y="642"/>
                    </a:lnTo>
                    <a:lnTo>
                      <a:pt x="10728" y="661"/>
                    </a:lnTo>
                    <a:lnTo>
                      <a:pt x="10572" y="677"/>
                    </a:lnTo>
                    <a:lnTo>
                      <a:pt x="10407" y="694"/>
                    </a:lnTo>
                    <a:lnTo>
                      <a:pt x="10230" y="710"/>
                    </a:lnTo>
                    <a:lnTo>
                      <a:pt x="10044" y="726"/>
                    </a:lnTo>
                    <a:lnTo>
                      <a:pt x="9848" y="740"/>
                    </a:lnTo>
                    <a:lnTo>
                      <a:pt x="9643" y="755"/>
                    </a:lnTo>
                    <a:lnTo>
                      <a:pt x="9428" y="768"/>
                    </a:lnTo>
                    <a:lnTo>
                      <a:pt x="9206" y="781"/>
                    </a:lnTo>
                    <a:lnTo>
                      <a:pt x="8976" y="792"/>
                    </a:lnTo>
                    <a:lnTo>
                      <a:pt x="8737" y="803"/>
                    </a:lnTo>
                    <a:lnTo>
                      <a:pt x="8491" y="813"/>
                    </a:lnTo>
                    <a:lnTo>
                      <a:pt x="8239" y="823"/>
                    </a:lnTo>
                    <a:lnTo>
                      <a:pt x="7979" y="831"/>
                    </a:lnTo>
                    <a:lnTo>
                      <a:pt x="7713" y="838"/>
                    </a:lnTo>
                    <a:lnTo>
                      <a:pt x="7442" y="844"/>
                    </a:lnTo>
                    <a:lnTo>
                      <a:pt x="7165" y="850"/>
                    </a:lnTo>
                    <a:lnTo>
                      <a:pt x="6882" y="855"/>
                    </a:lnTo>
                    <a:lnTo>
                      <a:pt x="6596" y="858"/>
                    </a:lnTo>
                    <a:lnTo>
                      <a:pt x="6304" y="860"/>
                    </a:lnTo>
                    <a:lnTo>
                      <a:pt x="6008" y="861"/>
                    </a:lnTo>
                    <a:lnTo>
                      <a:pt x="5709" y="862"/>
                    </a:lnTo>
                    <a:lnTo>
                      <a:pt x="5411" y="861"/>
                    </a:lnTo>
                    <a:lnTo>
                      <a:pt x="5116" y="859"/>
                    </a:lnTo>
                    <a:lnTo>
                      <a:pt x="4826" y="856"/>
                    </a:lnTo>
                    <a:lnTo>
                      <a:pt x="4541" y="852"/>
                    </a:lnTo>
                    <a:lnTo>
                      <a:pt x="4260" y="846"/>
                    </a:lnTo>
                    <a:lnTo>
                      <a:pt x="3986" y="840"/>
                    </a:lnTo>
                    <a:lnTo>
                      <a:pt x="3718" y="833"/>
                    </a:lnTo>
                    <a:lnTo>
                      <a:pt x="3456" y="825"/>
                    </a:lnTo>
                    <a:lnTo>
                      <a:pt x="3201" y="816"/>
                    </a:lnTo>
                    <a:lnTo>
                      <a:pt x="2952" y="806"/>
                    </a:lnTo>
                    <a:lnTo>
                      <a:pt x="2711" y="795"/>
                    </a:lnTo>
                    <a:lnTo>
                      <a:pt x="2478" y="784"/>
                    </a:lnTo>
                    <a:lnTo>
                      <a:pt x="2253" y="771"/>
                    </a:lnTo>
                    <a:lnTo>
                      <a:pt x="2037" y="758"/>
                    </a:lnTo>
                    <a:lnTo>
                      <a:pt x="1829" y="744"/>
                    </a:lnTo>
                    <a:lnTo>
                      <a:pt x="1631" y="730"/>
                    </a:lnTo>
                    <a:lnTo>
                      <a:pt x="1442" y="715"/>
                    </a:lnTo>
                    <a:lnTo>
                      <a:pt x="1263" y="699"/>
                    </a:lnTo>
                    <a:lnTo>
                      <a:pt x="1094" y="683"/>
                    </a:lnTo>
                    <a:lnTo>
                      <a:pt x="936" y="665"/>
                    </a:lnTo>
                    <a:lnTo>
                      <a:pt x="789" y="648"/>
                    </a:lnTo>
                    <a:lnTo>
                      <a:pt x="654" y="629"/>
                    </a:lnTo>
                    <a:lnTo>
                      <a:pt x="529" y="611"/>
                    </a:lnTo>
                    <a:lnTo>
                      <a:pt x="418" y="591"/>
                    </a:lnTo>
                    <a:lnTo>
                      <a:pt x="319" y="571"/>
                    </a:lnTo>
                    <a:lnTo>
                      <a:pt x="231" y="552"/>
                    </a:lnTo>
                    <a:lnTo>
                      <a:pt x="158" y="531"/>
                    </a:lnTo>
                    <a:lnTo>
                      <a:pt x="98" y="511"/>
                    </a:lnTo>
                    <a:lnTo>
                      <a:pt x="52" y="489"/>
                    </a:lnTo>
                    <a:lnTo>
                      <a:pt x="20" y="467"/>
                    </a:lnTo>
                    <a:lnTo>
                      <a:pt x="3" y="446"/>
                    </a:lnTo>
                    <a:lnTo>
                      <a:pt x="0" y="423"/>
                    </a:lnTo>
                    <a:lnTo>
                      <a:pt x="14" y="401"/>
                    </a:lnTo>
                    <a:lnTo>
                      <a:pt x="40" y="379"/>
                    </a:lnTo>
                    <a:lnTo>
                      <a:pt x="83" y="358"/>
                    </a:lnTo>
                    <a:lnTo>
                      <a:pt x="139" y="337"/>
                    </a:lnTo>
                    <a:lnTo>
                      <a:pt x="208" y="316"/>
                    </a:lnTo>
                    <a:lnTo>
                      <a:pt x="292" y="295"/>
                    </a:lnTo>
                    <a:lnTo>
                      <a:pt x="388" y="276"/>
                    </a:lnTo>
                    <a:lnTo>
                      <a:pt x="497" y="256"/>
                    </a:lnTo>
                    <a:lnTo>
                      <a:pt x="618" y="238"/>
                    </a:lnTo>
                    <a:lnTo>
                      <a:pt x="751" y="219"/>
                    </a:lnTo>
                    <a:lnTo>
                      <a:pt x="894" y="201"/>
                    </a:lnTo>
                    <a:lnTo>
                      <a:pt x="1050" y="184"/>
                    </a:lnTo>
                    <a:lnTo>
                      <a:pt x="1215" y="167"/>
                    </a:lnTo>
                    <a:lnTo>
                      <a:pt x="1392" y="151"/>
                    </a:lnTo>
                    <a:lnTo>
                      <a:pt x="1578" y="136"/>
                    </a:lnTo>
                    <a:lnTo>
                      <a:pt x="1774" y="121"/>
                    </a:lnTo>
                    <a:lnTo>
                      <a:pt x="1979" y="107"/>
                    </a:lnTo>
                    <a:lnTo>
                      <a:pt x="2194" y="93"/>
                    </a:lnTo>
                    <a:lnTo>
                      <a:pt x="2416" y="81"/>
                    </a:lnTo>
                    <a:lnTo>
                      <a:pt x="2646" y="70"/>
                    </a:lnTo>
                    <a:lnTo>
                      <a:pt x="2885" y="58"/>
                    </a:lnTo>
                    <a:lnTo>
                      <a:pt x="3131" y="48"/>
                    </a:lnTo>
                    <a:lnTo>
                      <a:pt x="3383" y="39"/>
                    </a:lnTo>
                    <a:lnTo>
                      <a:pt x="3643" y="31"/>
                    </a:lnTo>
                    <a:lnTo>
                      <a:pt x="3909" y="23"/>
                    </a:lnTo>
                    <a:lnTo>
                      <a:pt x="4180" y="17"/>
                    </a:lnTo>
                    <a:lnTo>
                      <a:pt x="4457" y="12"/>
                    </a:lnTo>
                    <a:lnTo>
                      <a:pt x="4740" y="7"/>
                    </a:lnTo>
                    <a:lnTo>
                      <a:pt x="5026" y="4"/>
                    </a:lnTo>
                    <a:lnTo>
                      <a:pt x="5318" y="2"/>
                    </a:lnTo>
                    <a:lnTo>
                      <a:pt x="5614" y="0"/>
                    </a:lnTo>
                    <a:lnTo>
                      <a:pt x="5913" y="0"/>
                    </a:lnTo>
                    <a:lnTo>
                      <a:pt x="6211" y="1"/>
                    </a:lnTo>
                    <a:lnTo>
                      <a:pt x="6506" y="3"/>
                    </a:lnTo>
                    <a:lnTo>
                      <a:pt x="6796" y="6"/>
                    </a:lnTo>
                    <a:lnTo>
                      <a:pt x="7081" y="10"/>
                    </a:lnTo>
                    <a:lnTo>
                      <a:pt x="7362" y="15"/>
                    </a:lnTo>
                    <a:lnTo>
                      <a:pt x="7636" y="21"/>
                    </a:lnTo>
                    <a:lnTo>
                      <a:pt x="7904" y="29"/>
                    </a:lnTo>
                    <a:lnTo>
                      <a:pt x="8166" y="37"/>
                    </a:lnTo>
                    <a:lnTo>
                      <a:pt x="8421" y="46"/>
                    </a:lnTo>
                    <a:lnTo>
                      <a:pt x="8670" y="55"/>
                    </a:lnTo>
                    <a:lnTo>
                      <a:pt x="8911" y="67"/>
                    </a:lnTo>
                    <a:lnTo>
                      <a:pt x="9144" y="78"/>
                    </a:lnTo>
                    <a:lnTo>
                      <a:pt x="9369" y="90"/>
                    </a:lnTo>
                    <a:lnTo>
                      <a:pt x="9585" y="103"/>
                    </a:lnTo>
                    <a:lnTo>
                      <a:pt x="9793" y="117"/>
                    </a:lnTo>
                    <a:lnTo>
                      <a:pt x="9991" y="132"/>
                    </a:lnTo>
                    <a:lnTo>
                      <a:pt x="10180" y="147"/>
                    </a:lnTo>
                    <a:lnTo>
                      <a:pt x="10359" y="162"/>
                    </a:lnTo>
                    <a:lnTo>
                      <a:pt x="10528" y="179"/>
                    </a:lnTo>
                    <a:lnTo>
                      <a:pt x="10686" y="196"/>
                    </a:lnTo>
                    <a:lnTo>
                      <a:pt x="10833" y="214"/>
                    </a:lnTo>
                    <a:lnTo>
                      <a:pt x="10968" y="231"/>
                    </a:lnTo>
                    <a:lnTo>
                      <a:pt x="11092" y="251"/>
                    </a:lnTo>
                    <a:lnTo>
                      <a:pt x="11204" y="270"/>
                    </a:lnTo>
                    <a:lnTo>
                      <a:pt x="11303" y="289"/>
                    </a:lnTo>
                    <a:lnTo>
                      <a:pt x="11391" y="310"/>
                    </a:lnTo>
                    <a:lnTo>
                      <a:pt x="11464" y="330"/>
                    </a:lnTo>
                    <a:lnTo>
                      <a:pt x="11524" y="351"/>
                    </a:lnTo>
                    <a:lnTo>
                      <a:pt x="11570" y="373"/>
                    </a:lnTo>
                    <a:lnTo>
                      <a:pt x="11602" y="394"/>
                    </a:lnTo>
                    <a:lnTo>
                      <a:pt x="11619" y="416"/>
                    </a:lnTo>
                    <a:lnTo>
                      <a:pt x="11622" y="43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5" name="Freeform 13">
                <a:extLst>
                  <a:ext uri="{FF2B5EF4-FFF2-40B4-BE49-F238E27FC236}">
                    <a16:creationId xmlns:a16="http://schemas.microsoft.com/office/drawing/2014/main" id="{B023F8E1-CD43-47C3-836C-F34722817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6225" y="4666822"/>
                <a:ext cx="1479550" cy="760413"/>
              </a:xfrm>
              <a:custGeom>
                <a:avLst/>
                <a:gdLst>
                  <a:gd name="T0" fmla="*/ 5563 w 5592"/>
                  <a:gd name="T1" fmla="*/ 177 h 2874"/>
                  <a:gd name="T2" fmla="*/ 5491 w 5592"/>
                  <a:gd name="T3" fmla="*/ 152 h 2874"/>
                  <a:gd name="T4" fmla="*/ 5380 w 5592"/>
                  <a:gd name="T5" fmla="*/ 128 h 2874"/>
                  <a:gd name="T6" fmla="*/ 5270 w 5592"/>
                  <a:gd name="T7" fmla="*/ 111 h 2874"/>
                  <a:gd name="T8" fmla="*/ 5111 w 5592"/>
                  <a:gd name="T9" fmla="*/ 90 h 2874"/>
                  <a:gd name="T10" fmla="*/ 4958 w 5592"/>
                  <a:gd name="T11" fmla="*/ 76 h 2874"/>
                  <a:gd name="T12" fmla="*/ 4827 w 5592"/>
                  <a:gd name="T13" fmla="*/ 65 h 2874"/>
                  <a:gd name="T14" fmla="*/ 4621 w 5592"/>
                  <a:gd name="T15" fmla="*/ 50 h 2874"/>
                  <a:gd name="T16" fmla="*/ 4400 w 5592"/>
                  <a:gd name="T17" fmla="*/ 37 h 2874"/>
                  <a:gd name="T18" fmla="*/ 4182 w 5592"/>
                  <a:gd name="T19" fmla="*/ 27 h 2874"/>
                  <a:gd name="T20" fmla="*/ 3969 w 5592"/>
                  <a:gd name="T21" fmla="*/ 19 h 2874"/>
                  <a:gd name="T22" fmla="*/ 3757 w 5592"/>
                  <a:gd name="T23" fmla="*/ 12 h 2874"/>
                  <a:gd name="T24" fmla="*/ 3560 w 5592"/>
                  <a:gd name="T25" fmla="*/ 8 h 2874"/>
                  <a:gd name="T26" fmla="*/ 3419 w 5592"/>
                  <a:gd name="T27" fmla="*/ 5 h 2874"/>
                  <a:gd name="T28" fmla="*/ 3267 w 5592"/>
                  <a:gd name="T29" fmla="*/ 3 h 2874"/>
                  <a:gd name="T30" fmla="*/ 3132 w 5592"/>
                  <a:gd name="T31" fmla="*/ 2 h 2874"/>
                  <a:gd name="T32" fmla="*/ 2990 w 5592"/>
                  <a:gd name="T33" fmla="*/ 1 h 2874"/>
                  <a:gd name="T34" fmla="*/ 2857 w 5592"/>
                  <a:gd name="T35" fmla="*/ 0 h 2874"/>
                  <a:gd name="T36" fmla="*/ 2717 w 5592"/>
                  <a:gd name="T37" fmla="*/ 0 h 2874"/>
                  <a:gd name="T38" fmla="*/ 2585 w 5592"/>
                  <a:gd name="T39" fmla="*/ 1 h 2874"/>
                  <a:gd name="T40" fmla="*/ 2432 w 5592"/>
                  <a:gd name="T41" fmla="*/ 2 h 2874"/>
                  <a:gd name="T42" fmla="*/ 2281 w 5592"/>
                  <a:gd name="T43" fmla="*/ 3 h 2874"/>
                  <a:gd name="T44" fmla="*/ 2143 w 5592"/>
                  <a:gd name="T45" fmla="*/ 6 h 2874"/>
                  <a:gd name="T46" fmla="*/ 1875 w 5592"/>
                  <a:gd name="T47" fmla="*/ 11 h 2874"/>
                  <a:gd name="T48" fmla="*/ 1742 w 5592"/>
                  <a:gd name="T49" fmla="*/ 15 h 2874"/>
                  <a:gd name="T50" fmla="*/ 1620 w 5592"/>
                  <a:gd name="T51" fmla="*/ 19 h 2874"/>
                  <a:gd name="T52" fmla="*/ 1464 w 5592"/>
                  <a:gd name="T53" fmla="*/ 25 h 2874"/>
                  <a:gd name="T54" fmla="*/ 1236 w 5592"/>
                  <a:gd name="T55" fmla="*/ 35 h 2874"/>
                  <a:gd name="T56" fmla="*/ 1081 w 5592"/>
                  <a:gd name="T57" fmla="*/ 43 h 2874"/>
                  <a:gd name="T58" fmla="*/ 884 w 5592"/>
                  <a:gd name="T59" fmla="*/ 55 h 2874"/>
                  <a:gd name="T60" fmla="*/ 704 w 5592"/>
                  <a:gd name="T61" fmla="*/ 70 h 2874"/>
                  <a:gd name="T62" fmla="*/ 542 w 5592"/>
                  <a:gd name="T63" fmla="*/ 84 h 2874"/>
                  <a:gd name="T64" fmla="*/ 314 w 5592"/>
                  <a:gd name="T65" fmla="*/ 112 h 2874"/>
                  <a:gd name="T66" fmla="*/ 208 w 5592"/>
                  <a:gd name="T67" fmla="*/ 129 h 2874"/>
                  <a:gd name="T68" fmla="*/ 123 w 5592"/>
                  <a:gd name="T69" fmla="*/ 146 h 2874"/>
                  <a:gd name="T70" fmla="*/ 53 w 5592"/>
                  <a:gd name="T71" fmla="*/ 167 h 2874"/>
                  <a:gd name="T72" fmla="*/ 5 w 5592"/>
                  <a:gd name="T73" fmla="*/ 196 h 2874"/>
                  <a:gd name="T74" fmla="*/ 1356 w 5592"/>
                  <a:gd name="T75" fmla="*/ 2776 h 2874"/>
                  <a:gd name="T76" fmla="*/ 1378 w 5592"/>
                  <a:gd name="T77" fmla="*/ 2787 h 2874"/>
                  <a:gd name="T78" fmla="*/ 1424 w 5592"/>
                  <a:gd name="T79" fmla="*/ 2800 h 2874"/>
                  <a:gd name="T80" fmla="*/ 1503 w 5592"/>
                  <a:gd name="T81" fmla="*/ 2814 h 2874"/>
                  <a:gd name="T82" fmla="*/ 1639 w 5592"/>
                  <a:gd name="T83" fmla="*/ 2831 h 2874"/>
                  <a:gd name="T84" fmla="*/ 1721 w 5592"/>
                  <a:gd name="T85" fmla="*/ 2838 h 2874"/>
                  <a:gd name="T86" fmla="*/ 1964 w 5592"/>
                  <a:gd name="T87" fmla="*/ 2854 h 2874"/>
                  <a:gd name="T88" fmla="*/ 2120 w 5592"/>
                  <a:gd name="T89" fmla="*/ 2861 h 2874"/>
                  <a:gd name="T90" fmla="*/ 2310 w 5592"/>
                  <a:gd name="T91" fmla="*/ 2867 h 2874"/>
                  <a:gd name="T92" fmla="*/ 2478 w 5592"/>
                  <a:gd name="T93" fmla="*/ 2871 h 2874"/>
                  <a:gd name="T94" fmla="*/ 2707 w 5592"/>
                  <a:gd name="T95" fmla="*/ 2873 h 2874"/>
                  <a:gd name="T96" fmla="*/ 2934 w 5592"/>
                  <a:gd name="T97" fmla="*/ 2873 h 2874"/>
                  <a:gd name="T98" fmla="*/ 3211 w 5592"/>
                  <a:gd name="T99" fmla="*/ 2869 h 2874"/>
                  <a:gd name="T100" fmla="*/ 3370 w 5592"/>
                  <a:gd name="T101" fmla="*/ 2865 h 2874"/>
                  <a:gd name="T102" fmla="*/ 3505 w 5592"/>
                  <a:gd name="T103" fmla="*/ 2859 h 2874"/>
                  <a:gd name="T104" fmla="*/ 3595 w 5592"/>
                  <a:gd name="T105" fmla="*/ 2855 h 2874"/>
                  <a:gd name="T106" fmla="*/ 3726 w 5592"/>
                  <a:gd name="T107" fmla="*/ 2848 h 2874"/>
                  <a:gd name="T108" fmla="*/ 3818 w 5592"/>
                  <a:gd name="T109" fmla="*/ 2842 h 2874"/>
                  <a:gd name="T110" fmla="*/ 3945 w 5592"/>
                  <a:gd name="T111" fmla="*/ 2832 h 2874"/>
                  <a:gd name="T112" fmla="*/ 4066 w 5592"/>
                  <a:gd name="T113" fmla="*/ 2817 h 2874"/>
                  <a:gd name="T114" fmla="*/ 4126 w 5592"/>
                  <a:gd name="T115" fmla="*/ 2808 h 2874"/>
                  <a:gd name="T116" fmla="*/ 4173 w 5592"/>
                  <a:gd name="T117" fmla="*/ 2799 h 2874"/>
                  <a:gd name="T118" fmla="*/ 4208 w 5592"/>
                  <a:gd name="T119" fmla="*/ 2789 h 2874"/>
                  <a:gd name="T120" fmla="*/ 4231 w 5592"/>
                  <a:gd name="T121" fmla="*/ 2779 h 2874"/>
                  <a:gd name="T122" fmla="*/ 5592 w 5592"/>
                  <a:gd name="T123" fmla="*/ 208 h 28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592" h="2874">
                    <a:moveTo>
                      <a:pt x="5591" y="203"/>
                    </a:moveTo>
                    <a:lnTo>
                      <a:pt x="5590" y="201"/>
                    </a:lnTo>
                    <a:lnTo>
                      <a:pt x="5589" y="199"/>
                    </a:lnTo>
                    <a:lnTo>
                      <a:pt x="5589" y="198"/>
                    </a:lnTo>
                    <a:lnTo>
                      <a:pt x="5588" y="197"/>
                    </a:lnTo>
                    <a:lnTo>
                      <a:pt x="5586" y="195"/>
                    </a:lnTo>
                    <a:lnTo>
                      <a:pt x="5584" y="192"/>
                    </a:lnTo>
                    <a:lnTo>
                      <a:pt x="5584" y="191"/>
                    </a:lnTo>
                    <a:lnTo>
                      <a:pt x="5583" y="190"/>
                    </a:lnTo>
                    <a:lnTo>
                      <a:pt x="5578" y="187"/>
                    </a:lnTo>
                    <a:lnTo>
                      <a:pt x="5574" y="184"/>
                    </a:lnTo>
                    <a:lnTo>
                      <a:pt x="5574" y="184"/>
                    </a:lnTo>
                    <a:lnTo>
                      <a:pt x="5573" y="183"/>
                    </a:lnTo>
                    <a:lnTo>
                      <a:pt x="5569" y="181"/>
                    </a:lnTo>
                    <a:lnTo>
                      <a:pt x="5565" y="178"/>
                    </a:lnTo>
                    <a:lnTo>
                      <a:pt x="5563" y="177"/>
                    </a:lnTo>
                    <a:lnTo>
                      <a:pt x="5561" y="176"/>
                    </a:lnTo>
                    <a:lnTo>
                      <a:pt x="5557" y="174"/>
                    </a:lnTo>
                    <a:lnTo>
                      <a:pt x="5553" y="173"/>
                    </a:lnTo>
                    <a:lnTo>
                      <a:pt x="5550" y="171"/>
                    </a:lnTo>
                    <a:lnTo>
                      <a:pt x="5548" y="170"/>
                    </a:lnTo>
                    <a:lnTo>
                      <a:pt x="5542" y="168"/>
                    </a:lnTo>
                    <a:lnTo>
                      <a:pt x="5537" y="167"/>
                    </a:lnTo>
                    <a:lnTo>
                      <a:pt x="5534" y="166"/>
                    </a:lnTo>
                    <a:lnTo>
                      <a:pt x="5532" y="165"/>
                    </a:lnTo>
                    <a:lnTo>
                      <a:pt x="5524" y="162"/>
                    </a:lnTo>
                    <a:lnTo>
                      <a:pt x="5515" y="158"/>
                    </a:lnTo>
                    <a:lnTo>
                      <a:pt x="5513" y="158"/>
                    </a:lnTo>
                    <a:lnTo>
                      <a:pt x="5510" y="157"/>
                    </a:lnTo>
                    <a:lnTo>
                      <a:pt x="5503" y="155"/>
                    </a:lnTo>
                    <a:lnTo>
                      <a:pt x="5495" y="153"/>
                    </a:lnTo>
                    <a:lnTo>
                      <a:pt x="5491" y="152"/>
                    </a:lnTo>
                    <a:lnTo>
                      <a:pt x="5487" y="151"/>
                    </a:lnTo>
                    <a:lnTo>
                      <a:pt x="5481" y="149"/>
                    </a:lnTo>
                    <a:lnTo>
                      <a:pt x="5473" y="147"/>
                    </a:lnTo>
                    <a:lnTo>
                      <a:pt x="5469" y="146"/>
                    </a:lnTo>
                    <a:lnTo>
                      <a:pt x="5464" y="145"/>
                    </a:lnTo>
                    <a:lnTo>
                      <a:pt x="5457" y="143"/>
                    </a:lnTo>
                    <a:lnTo>
                      <a:pt x="5449" y="142"/>
                    </a:lnTo>
                    <a:lnTo>
                      <a:pt x="5443" y="141"/>
                    </a:lnTo>
                    <a:lnTo>
                      <a:pt x="5439" y="140"/>
                    </a:lnTo>
                    <a:lnTo>
                      <a:pt x="5427" y="137"/>
                    </a:lnTo>
                    <a:lnTo>
                      <a:pt x="5415" y="135"/>
                    </a:lnTo>
                    <a:lnTo>
                      <a:pt x="5409" y="134"/>
                    </a:lnTo>
                    <a:lnTo>
                      <a:pt x="5405" y="133"/>
                    </a:lnTo>
                    <a:lnTo>
                      <a:pt x="5395" y="131"/>
                    </a:lnTo>
                    <a:lnTo>
                      <a:pt x="5386" y="129"/>
                    </a:lnTo>
                    <a:lnTo>
                      <a:pt x="5380" y="128"/>
                    </a:lnTo>
                    <a:lnTo>
                      <a:pt x="5373" y="127"/>
                    </a:lnTo>
                    <a:lnTo>
                      <a:pt x="5364" y="126"/>
                    </a:lnTo>
                    <a:lnTo>
                      <a:pt x="5355" y="123"/>
                    </a:lnTo>
                    <a:lnTo>
                      <a:pt x="5349" y="122"/>
                    </a:lnTo>
                    <a:lnTo>
                      <a:pt x="5341" y="121"/>
                    </a:lnTo>
                    <a:lnTo>
                      <a:pt x="5331" y="119"/>
                    </a:lnTo>
                    <a:lnTo>
                      <a:pt x="5321" y="118"/>
                    </a:lnTo>
                    <a:lnTo>
                      <a:pt x="5315" y="117"/>
                    </a:lnTo>
                    <a:lnTo>
                      <a:pt x="5308" y="116"/>
                    </a:lnTo>
                    <a:lnTo>
                      <a:pt x="5300" y="115"/>
                    </a:lnTo>
                    <a:lnTo>
                      <a:pt x="5292" y="114"/>
                    </a:lnTo>
                    <a:lnTo>
                      <a:pt x="5284" y="112"/>
                    </a:lnTo>
                    <a:lnTo>
                      <a:pt x="5275" y="111"/>
                    </a:lnTo>
                    <a:lnTo>
                      <a:pt x="5274" y="111"/>
                    </a:lnTo>
                    <a:lnTo>
                      <a:pt x="5272" y="111"/>
                    </a:lnTo>
                    <a:lnTo>
                      <a:pt x="5270" y="111"/>
                    </a:lnTo>
                    <a:lnTo>
                      <a:pt x="5268" y="110"/>
                    </a:lnTo>
                    <a:lnTo>
                      <a:pt x="5253" y="108"/>
                    </a:lnTo>
                    <a:lnTo>
                      <a:pt x="5238" y="106"/>
                    </a:lnTo>
                    <a:lnTo>
                      <a:pt x="5223" y="104"/>
                    </a:lnTo>
                    <a:lnTo>
                      <a:pt x="5206" y="102"/>
                    </a:lnTo>
                    <a:lnTo>
                      <a:pt x="5203" y="102"/>
                    </a:lnTo>
                    <a:lnTo>
                      <a:pt x="5199" y="102"/>
                    </a:lnTo>
                    <a:lnTo>
                      <a:pt x="5184" y="100"/>
                    </a:lnTo>
                    <a:lnTo>
                      <a:pt x="5167" y="98"/>
                    </a:lnTo>
                    <a:lnTo>
                      <a:pt x="5151" y="96"/>
                    </a:lnTo>
                    <a:lnTo>
                      <a:pt x="5133" y="94"/>
                    </a:lnTo>
                    <a:lnTo>
                      <a:pt x="5132" y="94"/>
                    </a:lnTo>
                    <a:lnTo>
                      <a:pt x="5130" y="94"/>
                    </a:lnTo>
                    <a:lnTo>
                      <a:pt x="5126" y="93"/>
                    </a:lnTo>
                    <a:lnTo>
                      <a:pt x="5122" y="93"/>
                    </a:lnTo>
                    <a:lnTo>
                      <a:pt x="5111" y="90"/>
                    </a:lnTo>
                    <a:lnTo>
                      <a:pt x="5099" y="89"/>
                    </a:lnTo>
                    <a:lnTo>
                      <a:pt x="5087" y="88"/>
                    </a:lnTo>
                    <a:lnTo>
                      <a:pt x="5075" y="87"/>
                    </a:lnTo>
                    <a:lnTo>
                      <a:pt x="5070" y="86"/>
                    </a:lnTo>
                    <a:lnTo>
                      <a:pt x="5065" y="86"/>
                    </a:lnTo>
                    <a:lnTo>
                      <a:pt x="5053" y="84"/>
                    </a:lnTo>
                    <a:lnTo>
                      <a:pt x="5039" y="83"/>
                    </a:lnTo>
                    <a:lnTo>
                      <a:pt x="5026" y="82"/>
                    </a:lnTo>
                    <a:lnTo>
                      <a:pt x="5013" y="81"/>
                    </a:lnTo>
                    <a:lnTo>
                      <a:pt x="5007" y="80"/>
                    </a:lnTo>
                    <a:lnTo>
                      <a:pt x="5002" y="80"/>
                    </a:lnTo>
                    <a:lnTo>
                      <a:pt x="4997" y="79"/>
                    </a:lnTo>
                    <a:lnTo>
                      <a:pt x="4993" y="79"/>
                    </a:lnTo>
                    <a:lnTo>
                      <a:pt x="4982" y="78"/>
                    </a:lnTo>
                    <a:lnTo>
                      <a:pt x="4970" y="77"/>
                    </a:lnTo>
                    <a:lnTo>
                      <a:pt x="4958" y="76"/>
                    </a:lnTo>
                    <a:lnTo>
                      <a:pt x="4947" y="75"/>
                    </a:lnTo>
                    <a:lnTo>
                      <a:pt x="4945" y="75"/>
                    </a:lnTo>
                    <a:lnTo>
                      <a:pt x="4944" y="74"/>
                    </a:lnTo>
                    <a:lnTo>
                      <a:pt x="4930" y="73"/>
                    </a:lnTo>
                    <a:lnTo>
                      <a:pt x="4917" y="72"/>
                    </a:lnTo>
                    <a:lnTo>
                      <a:pt x="4902" y="71"/>
                    </a:lnTo>
                    <a:lnTo>
                      <a:pt x="4889" y="70"/>
                    </a:lnTo>
                    <a:lnTo>
                      <a:pt x="4886" y="70"/>
                    </a:lnTo>
                    <a:lnTo>
                      <a:pt x="4883" y="69"/>
                    </a:lnTo>
                    <a:lnTo>
                      <a:pt x="4877" y="69"/>
                    </a:lnTo>
                    <a:lnTo>
                      <a:pt x="4870" y="68"/>
                    </a:lnTo>
                    <a:lnTo>
                      <a:pt x="4862" y="68"/>
                    </a:lnTo>
                    <a:lnTo>
                      <a:pt x="4855" y="67"/>
                    </a:lnTo>
                    <a:lnTo>
                      <a:pt x="4847" y="67"/>
                    </a:lnTo>
                    <a:lnTo>
                      <a:pt x="4838" y="66"/>
                    </a:lnTo>
                    <a:lnTo>
                      <a:pt x="4827" y="65"/>
                    </a:lnTo>
                    <a:lnTo>
                      <a:pt x="4816" y="64"/>
                    </a:lnTo>
                    <a:lnTo>
                      <a:pt x="4800" y="63"/>
                    </a:lnTo>
                    <a:lnTo>
                      <a:pt x="4785" y="62"/>
                    </a:lnTo>
                    <a:lnTo>
                      <a:pt x="4776" y="61"/>
                    </a:lnTo>
                    <a:lnTo>
                      <a:pt x="4767" y="61"/>
                    </a:lnTo>
                    <a:lnTo>
                      <a:pt x="4765" y="60"/>
                    </a:lnTo>
                    <a:lnTo>
                      <a:pt x="4763" y="60"/>
                    </a:lnTo>
                    <a:lnTo>
                      <a:pt x="4737" y="59"/>
                    </a:lnTo>
                    <a:lnTo>
                      <a:pt x="4711" y="57"/>
                    </a:lnTo>
                    <a:lnTo>
                      <a:pt x="4684" y="54"/>
                    </a:lnTo>
                    <a:lnTo>
                      <a:pt x="4657" y="52"/>
                    </a:lnTo>
                    <a:lnTo>
                      <a:pt x="4655" y="52"/>
                    </a:lnTo>
                    <a:lnTo>
                      <a:pt x="4653" y="52"/>
                    </a:lnTo>
                    <a:lnTo>
                      <a:pt x="4648" y="52"/>
                    </a:lnTo>
                    <a:lnTo>
                      <a:pt x="4644" y="51"/>
                    </a:lnTo>
                    <a:lnTo>
                      <a:pt x="4621" y="50"/>
                    </a:lnTo>
                    <a:lnTo>
                      <a:pt x="4597" y="48"/>
                    </a:lnTo>
                    <a:lnTo>
                      <a:pt x="4574" y="47"/>
                    </a:lnTo>
                    <a:lnTo>
                      <a:pt x="4550" y="46"/>
                    </a:lnTo>
                    <a:lnTo>
                      <a:pt x="4547" y="45"/>
                    </a:lnTo>
                    <a:lnTo>
                      <a:pt x="4544" y="45"/>
                    </a:lnTo>
                    <a:lnTo>
                      <a:pt x="4538" y="45"/>
                    </a:lnTo>
                    <a:lnTo>
                      <a:pt x="4533" y="45"/>
                    </a:lnTo>
                    <a:lnTo>
                      <a:pt x="4510" y="43"/>
                    </a:lnTo>
                    <a:lnTo>
                      <a:pt x="4487" y="42"/>
                    </a:lnTo>
                    <a:lnTo>
                      <a:pt x="4463" y="41"/>
                    </a:lnTo>
                    <a:lnTo>
                      <a:pt x="4440" y="40"/>
                    </a:lnTo>
                    <a:lnTo>
                      <a:pt x="4436" y="39"/>
                    </a:lnTo>
                    <a:lnTo>
                      <a:pt x="4433" y="39"/>
                    </a:lnTo>
                    <a:lnTo>
                      <a:pt x="4428" y="39"/>
                    </a:lnTo>
                    <a:lnTo>
                      <a:pt x="4424" y="39"/>
                    </a:lnTo>
                    <a:lnTo>
                      <a:pt x="4400" y="37"/>
                    </a:lnTo>
                    <a:lnTo>
                      <a:pt x="4376" y="36"/>
                    </a:lnTo>
                    <a:lnTo>
                      <a:pt x="4352" y="35"/>
                    </a:lnTo>
                    <a:lnTo>
                      <a:pt x="4327" y="34"/>
                    </a:lnTo>
                    <a:lnTo>
                      <a:pt x="4325" y="34"/>
                    </a:lnTo>
                    <a:lnTo>
                      <a:pt x="4323" y="34"/>
                    </a:lnTo>
                    <a:lnTo>
                      <a:pt x="4320" y="34"/>
                    </a:lnTo>
                    <a:lnTo>
                      <a:pt x="4316" y="33"/>
                    </a:lnTo>
                    <a:lnTo>
                      <a:pt x="4292" y="32"/>
                    </a:lnTo>
                    <a:lnTo>
                      <a:pt x="4268" y="31"/>
                    </a:lnTo>
                    <a:lnTo>
                      <a:pt x="4244" y="30"/>
                    </a:lnTo>
                    <a:lnTo>
                      <a:pt x="4219" y="29"/>
                    </a:lnTo>
                    <a:lnTo>
                      <a:pt x="4217" y="29"/>
                    </a:lnTo>
                    <a:lnTo>
                      <a:pt x="4214" y="29"/>
                    </a:lnTo>
                    <a:lnTo>
                      <a:pt x="4210" y="29"/>
                    </a:lnTo>
                    <a:lnTo>
                      <a:pt x="4206" y="28"/>
                    </a:lnTo>
                    <a:lnTo>
                      <a:pt x="4182" y="27"/>
                    </a:lnTo>
                    <a:lnTo>
                      <a:pt x="4158" y="27"/>
                    </a:lnTo>
                    <a:lnTo>
                      <a:pt x="4134" y="26"/>
                    </a:lnTo>
                    <a:lnTo>
                      <a:pt x="4111" y="25"/>
                    </a:lnTo>
                    <a:lnTo>
                      <a:pt x="4108" y="25"/>
                    </a:lnTo>
                    <a:lnTo>
                      <a:pt x="4105" y="24"/>
                    </a:lnTo>
                    <a:lnTo>
                      <a:pt x="4097" y="24"/>
                    </a:lnTo>
                    <a:lnTo>
                      <a:pt x="4089" y="24"/>
                    </a:lnTo>
                    <a:lnTo>
                      <a:pt x="4068" y="23"/>
                    </a:lnTo>
                    <a:lnTo>
                      <a:pt x="4048" y="21"/>
                    </a:lnTo>
                    <a:lnTo>
                      <a:pt x="4027" y="21"/>
                    </a:lnTo>
                    <a:lnTo>
                      <a:pt x="4006" y="20"/>
                    </a:lnTo>
                    <a:lnTo>
                      <a:pt x="4001" y="20"/>
                    </a:lnTo>
                    <a:lnTo>
                      <a:pt x="3996" y="20"/>
                    </a:lnTo>
                    <a:lnTo>
                      <a:pt x="3995" y="19"/>
                    </a:lnTo>
                    <a:lnTo>
                      <a:pt x="3993" y="19"/>
                    </a:lnTo>
                    <a:lnTo>
                      <a:pt x="3969" y="19"/>
                    </a:lnTo>
                    <a:lnTo>
                      <a:pt x="3945" y="18"/>
                    </a:lnTo>
                    <a:lnTo>
                      <a:pt x="3920" y="17"/>
                    </a:lnTo>
                    <a:lnTo>
                      <a:pt x="3895" y="16"/>
                    </a:lnTo>
                    <a:lnTo>
                      <a:pt x="3892" y="16"/>
                    </a:lnTo>
                    <a:lnTo>
                      <a:pt x="3890" y="16"/>
                    </a:lnTo>
                    <a:lnTo>
                      <a:pt x="3887" y="16"/>
                    </a:lnTo>
                    <a:lnTo>
                      <a:pt x="3885" y="16"/>
                    </a:lnTo>
                    <a:lnTo>
                      <a:pt x="3861" y="15"/>
                    </a:lnTo>
                    <a:lnTo>
                      <a:pt x="3838" y="15"/>
                    </a:lnTo>
                    <a:lnTo>
                      <a:pt x="3814" y="14"/>
                    </a:lnTo>
                    <a:lnTo>
                      <a:pt x="3789" y="13"/>
                    </a:lnTo>
                    <a:lnTo>
                      <a:pt x="3788" y="13"/>
                    </a:lnTo>
                    <a:lnTo>
                      <a:pt x="3786" y="13"/>
                    </a:lnTo>
                    <a:lnTo>
                      <a:pt x="3783" y="13"/>
                    </a:lnTo>
                    <a:lnTo>
                      <a:pt x="3780" y="13"/>
                    </a:lnTo>
                    <a:lnTo>
                      <a:pt x="3757" y="12"/>
                    </a:lnTo>
                    <a:lnTo>
                      <a:pt x="3734" y="12"/>
                    </a:lnTo>
                    <a:lnTo>
                      <a:pt x="3711" y="11"/>
                    </a:lnTo>
                    <a:lnTo>
                      <a:pt x="3688" y="11"/>
                    </a:lnTo>
                    <a:lnTo>
                      <a:pt x="3688" y="11"/>
                    </a:lnTo>
                    <a:lnTo>
                      <a:pt x="3687" y="11"/>
                    </a:lnTo>
                    <a:lnTo>
                      <a:pt x="3687" y="11"/>
                    </a:lnTo>
                    <a:lnTo>
                      <a:pt x="3687" y="11"/>
                    </a:lnTo>
                    <a:lnTo>
                      <a:pt x="3666" y="10"/>
                    </a:lnTo>
                    <a:lnTo>
                      <a:pt x="3646" y="10"/>
                    </a:lnTo>
                    <a:lnTo>
                      <a:pt x="3625" y="9"/>
                    </a:lnTo>
                    <a:lnTo>
                      <a:pt x="3605" y="9"/>
                    </a:lnTo>
                    <a:lnTo>
                      <a:pt x="3600" y="8"/>
                    </a:lnTo>
                    <a:lnTo>
                      <a:pt x="3596" y="8"/>
                    </a:lnTo>
                    <a:lnTo>
                      <a:pt x="3585" y="8"/>
                    </a:lnTo>
                    <a:lnTo>
                      <a:pt x="3573" y="8"/>
                    </a:lnTo>
                    <a:lnTo>
                      <a:pt x="3560" y="8"/>
                    </a:lnTo>
                    <a:lnTo>
                      <a:pt x="3548" y="7"/>
                    </a:lnTo>
                    <a:lnTo>
                      <a:pt x="3535" y="7"/>
                    </a:lnTo>
                    <a:lnTo>
                      <a:pt x="3522" y="7"/>
                    </a:lnTo>
                    <a:lnTo>
                      <a:pt x="3514" y="7"/>
                    </a:lnTo>
                    <a:lnTo>
                      <a:pt x="3507" y="7"/>
                    </a:lnTo>
                    <a:lnTo>
                      <a:pt x="3499" y="6"/>
                    </a:lnTo>
                    <a:lnTo>
                      <a:pt x="3492" y="6"/>
                    </a:lnTo>
                    <a:lnTo>
                      <a:pt x="3480" y="6"/>
                    </a:lnTo>
                    <a:lnTo>
                      <a:pt x="3466" y="6"/>
                    </a:lnTo>
                    <a:lnTo>
                      <a:pt x="3454" y="6"/>
                    </a:lnTo>
                    <a:lnTo>
                      <a:pt x="3442" y="6"/>
                    </a:lnTo>
                    <a:lnTo>
                      <a:pt x="3438" y="5"/>
                    </a:lnTo>
                    <a:lnTo>
                      <a:pt x="3435" y="5"/>
                    </a:lnTo>
                    <a:lnTo>
                      <a:pt x="3432" y="5"/>
                    </a:lnTo>
                    <a:lnTo>
                      <a:pt x="3429" y="5"/>
                    </a:lnTo>
                    <a:lnTo>
                      <a:pt x="3419" y="5"/>
                    </a:lnTo>
                    <a:lnTo>
                      <a:pt x="3409" y="5"/>
                    </a:lnTo>
                    <a:lnTo>
                      <a:pt x="3398" y="5"/>
                    </a:lnTo>
                    <a:lnTo>
                      <a:pt x="3387" y="5"/>
                    </a:lnTo>
                    <a:lnTo>
                      <a:pt x="3375" y="4"/>
                    </a:lnTo>
                    <a:lnTo>
                      <a:pt x="3362" y="4"/>
                    </a:lnTo>
                    <a:lnTo>
                      <a:pt x="3353" y="4"/>
                    </a:lnTo>
                    <a:lnTo>
                      <a:pt x="3344" y="4"/>
                    </a:lnTo>
                    <a:lnTo>
                      <a:pt x="3335" y="4"/>
                    </a:lnTo>
                    <a:lnTo>
                      <a:pt x="3325" y="4"/>
                    </a:lnTo>
                    <a:lnTo>
                      <a:pt x="3316" y="4"/>
                    </a:lnTo>
                    <a:lnTo>
                      <a:pt x="3308" y="3"/>
                    </a:lnTo>
                    <a:lnTo>
                      <a:pt x="3300" y="3"/>
                    </a:lnTo>
                    <a:lnTo>
                      <a:pt x="3291" y="3"/>
                    </a:lnTo>
                    <a:lnTo>
                      <a:pt x="3284" y="3"/>
                    </a:lnTo>
                    <a:lnTo>
                      <a:pt x="3277" y="3"/>
                    </a:lnTo>
                    <a:lnTo>
                      <a:pt x="3267" y="3"/>
                    </a:lnTo>
                    <a:lnTo>
                      <a:pt x="3256" y="3"/>
                    </a:lnTo>
                    <a:lnTo>
                      <a:pt x="3246" y="3"/>
                    </a:lnTo>
                    <a:lnTo>
                      <a:pt x="3237" y="3"/>
                    </a:lnTo>
                    <a:lnTo>
                      <a:pt x="3228" y="2"/>
                    </a:lnTo>
                    <a:lnTo>
                      <a:pt x="3220" y="2"/>
                    </a:lnTo>
                    <a:lnTo>
                      <a:pt x="3212" y="2"/>
                    </a:lnTo>
                    <a:lnTo>
                      <a:pt x="3204" y="2"/>
                    </a:lnTo>
                    <a:lnTo>
                      <a:pt x="3195" y="2"/>
                    </a:lnTo>
                    <a:lnTo>
                      <a:pt x="3186" y="2"/>
                    </a:lnTo>
                    <a:lnTo>
                      <a:pt x="3184" y="2"/>
                    </a:lnTo>
                    <a:lnTo>
                      <a:pt x="3181" y="2"/>
                    </a:lnTo>
                    <a:lnTo>
                      <a:pt x="3171" y="2"/>
                    </a:lnTo>
                    <a:lnTo>
                      <a:pt x="3160" y="2"/>
                    </a:lnTo>
                    <a:lnTo>
                      <a:pt x="3150" y="2"/>
                    </a:lnTo>
                    <a:lnTo>
                      <a:pt x="3141" y="2"/>
                    </a:lnTo>
                    <a:lnTo>
                      <a:pt x="3132" y="2"/>
                    </a:lnTo>
                    <a:lnTo>
                      <a:pt x="3122" y="1"/>
                    </a:lnTo>
                    <a:lnTo>
                      <a:pt x="3109" y="1"/>
                    </a:lnTo>
                    <a:lnTo>
                      <a:pt x="3096" y="1"/>
                    </a:lnTo>
                    <a:lnTo>
                      <a:pt x="3083" y="1"/>
                    </a:lnTo>
                    <a:lnTo>
                      <a:pt x="3071" y="1"/>
                    </a:lnTo>
                    <a:lnTo>
                      <a:pt x="3066" y="1"/>
                    </a:lnTo>
                    <a:lnTo>
                      <a:pt x="3061" y="1"/>
                    </a:lnTo>
                    <a:lnTo>
                      <a:pt x="3054" y="1"/>
                    </a:lnTo>
                    <a:lnTo>
                      <a:pt x="3046" y="1"/>
                    </a:lnTo>
                    <a:lnTo>
                      <a:pt x="3037" y="1"/>
                    </a:lnTo>
                    <a:lnTo>
                      <a:pt x="3026" y="1"/>
                    </a:lnTo>
                    <a:lnTo>
                      <a:pt x="3020" y="1"/>
                    </a:lnTo>
                    <a:lnTo>
                      <a:pt x="3015" y="1"/>
                    </a:lnTo>
                    <a:lnTo>
                      <a:pt x="3007" y="1"/>
                    </a:lnTo>
                    <a:lnTo>
                      <a:pt x="2999" y="1"/>
                    </a:lnTo>
                    <a:lnTo>
                      <a:pt x="2990" y="1"/>
                    </a:lnTo>
                    <a:lnTo>
                      <a:pt x="2982" y="1"/>
                    </a:lnTo>
                    <a:lnTo>
                      <a:pt x="2982" y="1"/>
                    </a:lnTo>
                    <a:lnTo>
                      <a:pt x="2981" y="1"/>
                    </a:lnTo>
                    <a:lnTo>
                      <a:pt x="2971" y="0"/>
                    </a:lnTo>
                    <a:lnTo>
                      <a:pt x="2959" y="0"/>
                    </a:lnTo>
                    <a:lnTo>
                      <a:pt x="2948" y="0"/>
                    </a:lnTo>
                    <a:lnTo>
                      <a:pt x="2937" y="0"/>
                    </a:lnTo>
                    <a:lnTo>
                      <a:pt x="2931" y="0"/>
                    </a:lnTo>
                    <a:lnTo>
                      <a:pt x="2924" y="0"/>
                    </a:lnTo>
                    <a:lnTo>
                      <a:pt x="2912" y="0"/>
                    </a:lnTo>
                    <a:lnTo>
                      <a:pt x="2900" y="0"/>
                    </a:lnTo>
                    <a:lnTo>
                      <a:pt x="2895" y="0"/>
                    </a:lnTo>
                    <a:lnTo>
                      <a:pt x="2891" y="0"/>
                    </a:lnTo>
                    <a:lnTo>
                      <a:pt x="2880" y="0"/>
                    </a:lnTo>
                    <a:lnTo>
                      <a:pt x="2869" y="0"/>
                    </a:lnTo>
                    <a:lnTo>
                      <a:pt x="2857" y="0"/>
                    </a:lnTo>
                    <a:lnTo>
                      <a:pt x="2846" y="0"/>
                    </a:lnTo>
                    <a:lnTo>
                      <a:pt x="2846" y="0"/>
                    </a:lnTo>
                    <a:lnTo>
                      <a:pt x="2845" y="0"/>
                    </a:lnTo>
                    <a:lnTo>
                      <a:pt x="2835" y="0"/>
                    </a:lnTo>
                    <a:lnTo>
                      <a:pt x="2824" y="0"/>
                    </a:lnTo>
                    <a:lnTo>
                      <a:pt x="2814" y="0"/>
                    </a:lnTo>
                    <a:lnTo>
                      <a:pt x="2804" y="0"/>
                    </a:lnTo>
                    <a:lnTo>
                      <a:pt x="2793" y="0"/>
                    </a:lnTo>
                    <a:lnTo>
                      <a:pt x="2783" y="0"/>
                    </a:lnTo>
                    <a:lnTo>
                      <a:pt x="2773" y="0"/>
                    </a:lnTo>
                    <a:lnTo>
                      <a:pt x="2763" y="0"/>
                    </a:lnTo>
                    <a:lnTo>
                      <a:pt x="2751" y="0"/>
                    </a:lnTo>
                    <a:lnTo>
                      <a:pt x="2741" y="0"/>
                    </a:lnTo>
                    <a:lnTo>
                      <a:pt x="2731" y="0"/>
                    </a:lnTo>
                    <a:lnTo>
                      <a:pt x="2720" y="0"/>
                    </a:lnTo>
                    <a:lnTo>
                      <a:pt x="2717" y="0"/>
                    </a:lnTo>
                    <a:lnTo>
                      <a:pt x="2714" y="0"/>
                    </a:lnTo>
                    <a:lnTo>
                      <a:pt x="2702" y="0"/>
                    </a:lnTo>
                    <a:lnTo>
                      <a:pt x="2689" y="0"/>
                    </a:lnTo>
                    <a:lnTo>
                      <a:pt x="2684" y="0"/>
                    </a:lnTo>
                    <a:lnTo>
                      <a:pt x="2678" y="0"/>
                    </a:lnTo>
                    <a:lnTo>
                      <a:pt x="2668" y="0"/>
                    </a:lnTo>
                    <a:lnTo>
                      <a:pt x="2657" y="0"/>
                    </a:lnTo>
                    <a:lnTo>
                      <a:pt x="2647" y="0"/>
                    </a:lnTo>
                    <a:lnTo>
                      <a:pt x="2637" y="0"/>
                    </a:lnTo>
                    <a:lnTo>
                      <a:pt x="2636" y="0"/>
                    </a:lnTo>
                    <a:lnTo>
                      <a:pt x="2635" y="0"/>
                    </a:lnTo>
                    <a:lnTo>
                      <a:pt x="2622" y="0"/>
                    </a:lnTo>
                    <a:lnTo>
                      <a:pt x="2609" y="1"/>
                    </a:lnTo>
                    <a:lnTo>
                      <a:pt x="2600" y="1"/>
                    </a:lnTo>
                    <a:lnTo>
                      <a:pt x="2590" y="1"/>
                    </a:lnTo>
                    <a:lnTo>
                      <a:pt x="2585" y="1"/>
                    </a:lnTo>
                    <a:lnTo>
                      <a:pt x="2580" y="1"/>
                    </a:lnTo>
                    <a:lnTo>
                      <a:pt x="2572" y="1"/>
                    </a:lnTo>
                    <a:lnTo>
                      <a:pt x="2564" y="1"/>
                    </a:lnTo>
                    <a:lnTo>
                      <a:pt x="2555" y="1"/>
                    </a:lnTo>
                    <a:lnTo>
                      <a:pt x="2547" y="1"/>
                    </a:lnTo>
                    <a:lnTo>
                      <a:pt x="2544" y="1"/>
                    </a:lnTo>
                    <a:lnTo>
                      <a:pt x="2540" y="1"/>
                    </a:lnTo>
                    <a:lnTo>
                      <a:pt x="2527" y="1"/>
                    </a:lnTo>
                    <a:lnTo>
                      <a:pt x="2514" y="1"/>
                    </a:lnTo>
                    <a:lnTo>
                      <a:pt x="2503" y="1"/>
                    </a:lnTo>
                    <a:lnTo>
                      <a:pt x="2491" y="1"/>
                    </a:lnTo>
                    <a:lnTo>
                      <a:pt x="2481" y="1"/>
                    </a:lnTo>
                    <a:lnTo>
                      <a:pt x="2470" y="1"/>
                    </a:lnTo>
                    <a:lnTo>
                      <a:pt x="2455" y="2"/>
                    </a:lnTo>
                    <a:lnTo>
                      <a:pt x="2440" y="2"/>
                    </a:lnTo>
                    <a:lnTo>
                      <a:pt x="2432" y="2"/>
                    </a:lnTo>
                    <a:lnTo>
                      <a:pt x="2423" y="2"/>
                    </a:lnTo>
                    <a:lnTo>
                      <a:pt x="2419" y="2"/>
                    </a:lnTo>
                    <a:lnTo>
                      <a:pt x="2414" y="2"/>
                    </a:lnTo>
                    <a:lnTo>
                      <a:pt x="2402" y="2"/>
                    </a:lnTo>
                    <a:lnTo>
                      <a:pt x="2389" y="2"/>
                    </a:lnTo>
                    <a:lnTo>
                      <a:pt x="2380" y="2"/>
                    </a:lnTo>
                    <a:lnTo>
                      <a:pt x="2371" y="2"/>
                    </a:lnTo>
                    <a:lnTo>
                      <a:pt x="2353" y="3"/>
                    </a:lnTo>
                    <a:lnTo>
                      <a:pt x="2337" y="3"/>
                    </a:lnTo>
                    <a:lnTo>
                      <a:pt x="2319" y="3"/>
                    </a:lnTo>
                    <a:lnTo>
                      <a:pt x="2302" y="3"/>
                    </a:lnTo>
                    <a:lnTo>
                      <a:pt x="2294" y="3"/>
                    </a:lnTo>
                    <a:lnTo>
                      <a:pt x="2285" y="3"/>
                    </a:lnTo>
                    <a:lnTo>
                      <a:pt x="2285" y="3"/>
                    </a:lnTo>
                    <a:lnTo>
                      <a:pt x="2283" y="3"/>
                    </a:lnTo>
                    <a:lnTo>
                      <a:pt x="2281" y="3"/>
                    </a:lnTo>
                    <a:lnTo>
                      <a:pt x="2261" y="4"/>
                    </a:lnTo>
                    <a:lnTo>
                      <a:pt x="2240" y="4"/>
                    </a:lnTo>
                    <a:lnTo>
                      <a:pt x="2219" y="4"/>
                    </a:lnTo>
                    <a:lnTo>
                      <a:pt x="2199" y="5"/>
                    </a:lnTo>
                    <a:lnTo>
                      <a:pt x="2190" y="5"/>
                    </a:lnTo>
                    <a:lnTo>
                      <a:pt x="2182" y="5"/>
                    </a:lnTo>
                    <a:lnTo>
                      <a:pt x="2173" y="5"/>
                    </a:lnTo>
                    <a:lnTo>
                      <a:pt x="2164" y="5"/>
                    </a:lnTo>
                    <a:lnTo>
                      <a:pt x="2155" y="5"/>
                    </a:lnTo>
                    <a:lnTo>
                      <a:pt x="2146" y="6"/>
                    </a:lnTo>
                    <a:lnTo>
                      <a:pt x="2145" y="6"/>
                    </a:lnTo>
                    <a:lnTo>
                      <a:pt x="2144" y="6"/>
                    </a:lnTo>
                    <a:lnTo>
                      <a:pt x="2144" y="6"/>
                    </a:lnTo>
                    <a:lnTo>
                      <a:pt x="2144" y="6"/>
                    </a:lnTo>
                    <a:lnTo>
                      <a:pt x="2143" y="6"/>
                    </a:lnTo>
                    <a:lnTo>
                      <a:pt x="2143" y="6"/>
                    </a:lnTo>
                    <a:lnTo>
                      <a:pt x="2117" y="6"/>
                    </a:lnTo>
                    <a:lnTo>
                      <a:pt x="2093" y="6"/>
                    </a:lnTo>
                    <a:lnTo>
                      <a:pt x="2067" y="7"/>
                    </a:lnTo>
                    <a:lnTo>
                      <a:pt x="2041" y="7"/>
                    </a:lnTo>
                    <a:lnTo>
                      <a:pt x="2016" y="8"/>
                    </a:lnTo>
                    <a:lnTo>
                      <a:pt x="1990" y="9"/>
                    </a:lnTo>
                    <a:lnTo>
                      <a:pt x="1966" y="9"/>
                    </a:lnTo>
                    <a:lnTo>
                      <a:pt x="1941" y="10"/>
                    </a:lnTo>
                    <a:lnTo>
                      <a:pt x="1939" y="10"/>
                    </a:lnTo>
                    <a:lnTo>
                      <a:pt x="1938" y="10"/>
                    </a:lnTo>
                    <a:lnTo>
                      <a:pt x="1925" y="10"/>
                    </a:lnTo>
                    <a:lnTo>
                      <a:pt x="1910" y="10"/>
                    </a:lnTo>
                    <a:lnTo>
                      <a:pt x="1902" y="11"/>
                    </a:lnTo>
                    <a:lnTo>
                      <a:pt x="1893" y="11"/>
                    </a:lnTo>
                    <a:lnTo>
                      <a:pt x="1884" y="11"/>
                    </a:lnTo>
                    <a:lnTo>
                      <a:pt x="1875" y="11"/>
                    </a:lnTo>
                    <a:lnTo>
                      <a:pt x="1873" y="11"/>
                    </a:lnTo>
                    <a:lnTo>
                      <a:pt x="1870" y="11"/>
                    </a:lnTo>
                    <a:lnTo>
                      <a:pt x="1860" y="12"/>
                    </a:lnTo>
                    <a:lnTo>
                      <a:pt x="1849" y="12"/>
                    </a:lnTo>
                    <a:lnTo>
                      <a:pt x="1839" y="12"/>
                    </a:lnTo>
                    <a:lnTo>
                      <a:pt x="1829" y="12"/>
                    </a:lnTo>
                    <a:lnTo>
                      <a:pt x="1818" y="13"/>
                    </a:lnTo>
                    <a:lnTo>
                      <a:pt x="1808" y="13"/>
                    </a:lnTo>
                    <a:lnTo>
                      <a:pt x="1805" y="13"/>
                    </a:lnTo>
                    <a:lnTo>
                      <a:pt x="1803" y="13"/>
                    </a:lnTo>
                    <a:lnTo>
                      <a:pt x="1794" y="13"/>
                    </a:lnTo>
                    <a:lnTo>
                      <a:pt x="1785" y="14"/>
                    </a:lnTo>
                    <a:lnTo>
                      <a:pt x="1775" y="14"/>
                    </a:lnTo>
                    <a:lnTo>
                      <a:pt x="1764" y="14"/>
                    </a:lnTo>
                    <a:lnTo>
                      <a:pt x="1753" y="15"/>
                    </a:lnTo>
                    <a:lnTo>
                      <a:pt x="1742" y="15"/>
                    </a:lnTo>
                    <a:lnTo>
                      <a:pt x="1741" y="15"/>
                    </a:lnTo>
                    <a:lnTo>
                      <a:pt x="1740" y="15"/>
                    </a:lnTo>
                    <a:lnTo>
                      <a:pt x="1732" y="15"/>
                    </a:lnTo>
                    <a:lnTo>
                      <a:pt x="1722" y="15"/>
                    </a:lnTo>
                    <a:lnTo>
                      <a:pt x="1714" y="16"/>
                    </a:lnTo>
                    <a:lnTo>
                      <a:pt x="1706" y="16"/>
                    </a:lnTo>
                    <a:lnTo>
                      <a:pt x="1695" y="16"/>
                    </a:lnTo>
                    <a:lnTo>
                      <a:pt x="1682" y="17"/>
                    </a:lnTo>
                    <a:lnTo>
                      <a:pt x="1672" y="17"/>
                    </a:lnTo>
                    <a:lnTo>
                      <a:pt x="1662" y="17"/>
                    </a:lnTo>
                    <a:lnTo>
                      <a:pt x="1650" y="18"/>
                    </a:lnTo>
                    <a:lnTo>
                      <a:pt x="1640" y="18"/>
                    </a:lnTo>
                    <a:lnTo>
                      <a:pt x="1638" y="18"/>
                    </a:lnTo>
                    <a:lnTo>
                      <a:pt x="1635" y="18"/>
                    </a:lnTo>
                    <a:lnTo>
                      <a:pt x="1628" y="18"/>
                    </a:lnTo>
                    <a:lnTo>
                      <a:pt x="1620" y="19"/>
                    </a:lnTo>
                    <a:lnTo>
                      <a:pt x="1606" y="19"/>
                    </a:lnTo>
                    <a:lnTo>
                      <a:pt x="1592" y="20"/>
                    </a:lnTo>
                    <a:lnTo>
                      <a:pt x="1579" y="20"/>
                    </a:lnTo>
                    <a:lnTo>
                      <a:pt x="1566" y="21"/>
                    </a:lnTo>
                    <a:lnTo>
                      <a:pt x="1553" y="21"/>
                    </a:lnTo>
                    <a:lnTo>
                      <a:pt x="1542" y="21"/>
                    </a:lnTo>
                    <a:lnTo>
                      <a:pt x="1534" y="23"/>
                    </a:lnTo>
                    <a:lnTo>
                      <a:pt x="1526" y="23"/>
                    </a:lnTo>
                    <a:lnTo>
                      <a:pt x="1517" y="23"/>
                    </a:lnTo>
                    <a:lnTo>
                      <a:pt x="1509" y="24"/>
                    </a:lnTo>
                    <a:lnTo>
                      <a:pt x="1507" y="24"/>
                    </a:lnTo>
                    <a:lnTo>
                      <a:pt x="1505" y="24"/>
                    </a:lnTo>
                    <a:lnTo>
                      <a:pt x="1498" y="24"/>
                    </a:lnTo>
                    <a:lnTo>
                      <a:pt x="1490" y="24"/>
                    </a:lnTo>
                    <a:lnTo>
                      <a:pt x="1477" y="25"/>
                    </a:lnTo>
                    <a:lnTo>
                      <a:pt x="1464" y="25"/>
                    </a:lnTo>
                    <a:lnTo>
                      <a:pt x="1451" y="26"/>
                    </a:lnTo>
                    <a:lnTo>
                      <a:pt x="1439" y="26"/>
                    </a:lnTo>
                    <a:lnTo>
                      <a:pt x="1426" y="27"/>
                    </a:lnTo>
                    <a:lnTo>
                      <a:pt x="1413" y="27"/>
                    </a:lnTo>
                    <a:lnTo>
                      <a:pt x="1401" y="28"/>
                    </a:lnTo>
                    <a:lnTo>
                      <a:pt x="1389" y="28"/>
                    </a:lnTo>
                    <a:lnTo>
                      <a:pt x="1374" y="29"/>
                    </a:lnTo>
                    <a:lnTo>
                      <a:pt x="1360" y="30"/>
                    </a:lnTo>
                    <a:lnTo>
                      <a:pt x="1345" y="30"/>
                    </a:lnTo>
                    <a:lnTo>
                      <a:pt x="1331" y="31"/>
                    </a:lnTo>
                    <a:lnTo>
                      <a:pt x="1314" y="32"/>
                    </a:lnTo>
                    <a:lnTo>
                      <a:pt x="1299" y="32"/>
                    </a:lnTo>
                    <a:lnTo>
                      <a:pt x="1282" y="33"/>
                    </a:lnTo>
                    <a:lnTo>
                      <a:pt x="1267" y="34"/>
                    </a:lnTo>
                    <a:lnTo>
                      <a:pt x="1251" y="35"/>
                    </a:lnTo>
                    <a:lnTo>
                      <a:pt x="1236" y="35"/>
                    </a:lnTo>
                    <a:lnTo>
                      <a:pt x="1224" y="36"/>
                    </a:lnTo>
                    <a:lnTo>
                      <a:pt x="1210" y="37"/>
                    </a:lnTo>
                    <a:lnTo>
                      <a:pt x="1207" y="37"/>
                    </a:lnTo>
                    <a:lnTo>
                      <a:pt x="1204" y="37"/>
                    </a:lnTo>
                    <a:lnTo>
                      <a:pt x="1199" y="37"/>
                    </a:lnTo>
                    <a:lnTo>
                      <a:pt x="1194" y="37"/>
                    </a:lnTo>
                    <a:lnTo>
                      <a:pt x="1180" y="38"/>
                    </a:lnTo>
                    <a:lnTo>
                      <a:pt x="1167" y="39"/>
                    </a:lnTo>
                    <a:lnTo>
                      <a:pt x="1152" y="39"/>
                    </a:lnTo>
                    <a:lnTo>
                      <a:pt x="1139" y="40"/>
                    </a:lnTo>
                    <a:lnTo>
                      <a:pt x="1132" y="41"/>
                    </a:lnTo>
                    <a:lnTo>
                      <a:pt x="1126" y="41"/>
                    </a:lnTo>
                    <a:lnTo>
                      <a:pt x="1122" y="41"/>
                    </a:lnTo>
                    <a:lnTo>
                      <a:pt x="1118" y="41"/>
                    </a:lnTo>
                    <a:lnTo>
                      <a:pt x="1100" y="42"/>
                    </a:lnTo>
                    <a:lnTo>
                      <a:pt x="1081" y="43"/>
                    </a:lnTo>
                    <a:lnTo>
                      <a:pt x="1064" y="44"/>
                    </a:lnTo>
                    <a:lnTo>
                      <a:pt x="1045" y="45"/>
                    </a:lnTo>
                    <a:lnTo>
                      <a:pt x="1043" y="46"/>
                    </a:lnTo>
                    <a:lnTo>
                      <a:pt x="1041" y="46"/>
                    </a:lnTo>
                    <a:lnTo>
                      <a:pt x="1038" y="46"/>
                    </a:lnTo>
                    <a:lnTo>
                      <a:pt x="1036" y="46"/>
                    </a:lnTo>
                    <a:lnTo>
                      <a:pt x="1013" y="47"/>
                    </a:lnTo>
                    <a:lnTo>
                      <a:pt x="991" y="49"/>
                    </a:lnTo>
                    <a:lnTo>
                      <a:pt x="968" y="50"/>
                    </a:lnTo>
                    <a:lnTo>
                      <a:pt x="946" y="51"/>
                    </a:lnTo>
                    <a:lnTo>
                      <a:pt x="943" y="52"/>
                    </a:lnTo>
                    <a:lnTo>
                      <a:pt x="940" y="52"/>
                    </a:lnTo>
                    <a:lnTo>
                      <a:pt x="935" y="52"/>
                    </a:lnTo>
                    <a:lnTo>
                      <a:pt x="931" y="52"/>
                    </a:lnTo>
                    <a:lnTo>
                      <a:pt x="907" y="54"/>
                    </a:lnTo>
                    <a:lnTo>
                      <a:pt x="884" y="55"/>
                    </a:lnTo>
                    <a:lnTo>
                      <a:pt x="862" y="58"/>
                    </a:lnTo>
                    <a:lnTo>
                      <a:pt x="839" y="60"/>
                    </a:lnTo>
                    <a:lnTo>
                      <a:pt x="835" y="60"/>
                    </a:lnTo>
                    <a:lnTo>
                      <a:pt x="831" y="60"/>
                    </a:lnTo>
                    <a:lnTo>
                      <a:pt x="824" y="61"/>
                    </a:lnTo>
                    <a:lnTo>
                      <a:pt x="816" y="61"/>
                    </a:lnTo>
                    <a:lnTo>
                      <a:pt x="804" y="62"/>
                    </a:lnTo>
                    <a:lnTo>
                      <a:pt x="792" y="63"/>
                    </a:lnTo>
                    <a:lnTo>
                      <a:pt x="777" y="64"/>
                    </a:lnTo>
                    <a:lnTo>
                      <a:pt x="764" y="65"/>
                    </a:lnTo>
                    <a:lnTo>
                      <a:pt x="751" y="66"/>
                    </a:lnTo>
                    <a:lnTo>
                      <a:pt x="738" y="67"/>
                    </a:lnTo>
                    <a:lnTo>
                      <a:pt x="727" y="68"/>
                    </a:lnTo>
                    <a:lnTo>
                      <a:pt x="715" y="69"/>
                    </a:lnTo>
                    <a:lnTo>
                      <a:pt x="715" y="69"/>
                    </a:lnTo>
                    <a:lnTo>
                      <a:pt x="704" y="70"/>
                    </a:lnTo>
                    <a:lnTo>
                      <a:pt x="694" y="71"/>
                    </a:lnTo>
                    <a:lnTo>
                      <a:pt x="680" y="72"/>
                    </a:lnTo>
                    <a:lnTo>
                      <a:pt x="668" y="73"/>
                    </a:lnTo>
                    <a:lnTo>
                      <a:pt x="656" y="74"/>
                    </a:lnTo>
                    <a:lnTo>
                      <a:pt x="643" y="75"/>
                    </a:lnTo>
                    <a:lnTo>
                      <a:pt x="632" y="76"/>
                    </a:lnTo>
                    <a:lnTo>
                      <a:pt x="621" y="77"/>
                    </a:lnTo>
                    <a:lnTo>
                      <a:pt x="615" y="77"/>
                    </a:lnTo>
                    <a:lnTo>
                      <a:pt x="609" y="78"/>
                    </a:lnTo>
                    <a:lnTo>
                      <a:pt x="602" y="79"/>
                    </a:lnTo>
                    <a:lnTo>
                      <a:pt x="596" y="79"/>
                    </a:lnTo>
                    <a:lnTo>
                      <a:pt x="586" y="80"/>
                    </a:lnTo>
                    <a:lnTo>
                      <a:pt x="575" y="81"/>
                    </a:lnTo>
                    <a:lnTo>
                      <a:pt x="564" y="82"/>
                    </a:lnTo>
                    <a:lnTo>
                      <a:pt x="552" y="83"/>
                    </a:lnTo>
                    <a:lnTo>
                      <a:pt x="542" y="84"/>
                    </a:lnTo>
                    <a:lnTo>
                      <a:pt x="532" y="85"/>
                    </a:lnTo>
                    <a:lnTo>
                      <a:pt x="524" y="86"/>
                    </a:lnTo>
                    <a:lnTo>
                      <a:pt x="515" y="87"/>
                    </a:lnTo>
                    <a:lnTo>
                      <a:pt x="513" y="87"/>
                    </a:lnTo>
                    <a:lnTo>
                      <a:pt x="511" y="87"/>
                    </a:lnTo>
                    <a:lnTo>
                      <a:pt x="472" y="92"/>
                    </a:lnTo>
                    <a:lnTo>
                      <a:pt x="434" y="97"/>
                    </a:lnTo>
                    <a:lnTo>
                      <a:pt x="398" y="101"/>
                    </a:lnTo>
                    <a:lnTo>
                      <a:pt x="363" y="105"/>
                    </a:lnTo>
                    <a:lnTo>
                      <a:pt x="362" y="105"/>
                    </a:lnTo>
                    <a:lnTo>
                      <a:pt x="361" y="105"/>
                    </a:lnTo>
                    <a:lnTo>
                      <a:pt x="359" y="106"/>
                    </a:lnTo>
                    <a:lnTo>
                      <a:pt x="357" y="106"/>
                    </a:lnTo>
                    <a:lnTo>
                      <a:pt x="342" y="108"/>
                    </a:lnTo>
                    <a:lnTo>
                      <a:pt x="329" y="110"/>
                    </a:lnTo>
                    <a:lnTo>
                      <a:pt x="314" y="112"/>
                    </a:lnTo>
                    <a:lnTo>
                      <a:pt x="301" y="113"/>
                    </a:lnTo>
                    <a:lnTo>
                      <a:pt x="299" y="114"/>
                    </a:lnTo>
                    <a:lnTo>
                      <a:pt x="297" y="114"/>
                    </a:lnTo>
                    <a:lnTo>
                      <a:pt x="295" y="114"/>
                    </a:lnTo>
                    <a:lnTo>
                      <a:pt x="293" y="115"/>
                    </a:lnTo>
                    <a:lnTo>
                      <a:pt x="280" y="116"/>
                    </a:lnTo>
                    <a:lnTo>
                      <a:pt x="268" y="118"/>
                    </a:lnTo>
                    <a:lnTo>
                      <a:pt x="257" y="120"/>
                    </a:lnTo>
                    <a:lnTo>
                      <a:pt x="244" y="122"/>
                    </a:lnTo>
                    <a:lnTo>
                      <a:pt x="242" y="122"/>
                    </a:lnTo>
                    <a:lnTo>
                      <a:pt x="241" y="122"/>
                    </a:lnTo>
                    <a:lnTo>
                      <a:pt x="240" y="123"/>
                    </a:lnTo>
                    <a:lnTo>
                      <a:pt x="240" y="123"/>
                    </a:lnTo>
                    <a:lnTo>
                      <a:pt x="229" y="124"/>
                    </a:lnTo>
                    <a:lnTo>
                      <a:pt x="219" y="127"/>
                    </a:lnTo>
                    <a:lnTo>
                      <a:pt x="208" y="129"/>
                    </a:lnTo>
                    <a:lnTo>
                      <a:pt x="198" y="131"/>
                    </a:lnTo>
                    <a:lnTo>
                      <a:pt x="195" y="131"/>
                    </a:lnTo>
                    <a:lnTo>
                      <a:pt x="193" y="132"/>
                    </a:lnTo>
                    <a:lnTo>
                      <a:pt x="191" y="132"/>
                    </a:lnTo>
                    <a:lnTo>
                      <a:pt x="190" y="132"/>
                    </a:lnTo>
                    <a:lnTo>
                      <a:pt x="181" y="134"/>
                    </a:lnTo>
                    <a:lnTo>
                      <a:pt x="171" y="136"/>
                    </a:lnTo>
                    <a:lnTo>
                      <a:pt x="162" y="138"/>
                    </a:lnTo>
                    <a:lnTo>
                      <a:pt x="153" y="140"/>
                    </a:lnTo>
                    <a:lnTo>
                      <a:pt x="151" y="140"/>
                    </a:lnTo>
                    <a:lnTo>
                      <a:pt x="150" y="140"/>
                    </a:lnTo>
                    <a:lnTo>
                      <a:pt x="149" y="141"/>
                    </a:lnTo>
                    <a:lnTo>
                      <a:pt x="148" y="141"/>
                    </a:lnTo>
                    <a:lnTo>
                      <a:pt x="138" y="143"/>
                    </a:lnTo>
                    <a:lnTo>
                      <a:pt x="131" y="145"/>
                    </a:lnTo>
                    <a:lnTo>
                      <a:pt x="123" y="146"/>
                    </a:lnTo>
                    <a:lnTo>
                      <a:pt x="115" y="148"/>
                    </a:lnTo>
                    <a:lnTo>
                      <a:pt x="114" y="148"/>
                    </a:lnTo>
                    <a:lnTo>
                      <a:pt x="112" y="149"/>
                    </a:lnTo>
                    <a:lnTo>
                      <a:pt x="110" y="149"/>
                    </a:lnTo>
                    <a:lnTo>
                      <a:pt x="109" y="150"/>
                    </a:lnTo>
                    <a:lnTo>
                      <a:pt x="95" y="153"/>
                    </a:lnTo>
                    <a:lnTo>
                      <a:pt x="82" y="157"/>
                    </a:lnTo>
                    <a:lnTo>
                      <a:pt x="81" y="157"/>
                    </a:lnTo>
                    <a:lnTo>
                      <a:pt x="81" y="157"/>
                    </a:lnTo>
                    <a:lnTo>
                      <a:pt x="78" y="158"/>
                    </a:lnTo>
                    <a:lnTo>
                      <a:pt x="77" y="158"/>
                    </a:lnTo>
                    <a:lnTo>
                      <a:pt x="65" y="163"/>
                    </a:lnTo>
                    <a:lnTo>
                      <a:pt x="54" y="167"/>
                    </a:lnTo>
                    <a:lnTo>
                      <a:pt x="54" y="167"/>
                    </a:lnTo>
                    <a:lnTo>
                      <a:pt x="54" y="167"/>
                    </a:lnTo>
                    <a:lnTo>
                      <a:pt x="53" y="167"/>
                    </a:lnTo>
                    <a:lnTo>
                      <a:pt x="53" y="167"/>
                    </a:lnTo>
                    <a:lnTo>
                      <a:pt x="42" y="171"/>
                    </a:lnTo>
                    <a:lnTo>
                      <a:pt x="33" y="176"/>
                    </a:lnTo>
                    <a:lnTo>
                      <a:pt x="32" y="176"/>
                    </a:lnTo>
                    <a:lnTo>
                      <a:pt x="32" y="176"/>
                    </a:lnTo>
                    <a:lnTo>
                      <a:pt x="31" y="176"/>
                    </a:lnTo>
                    <a:lnTo>
                      <a:pt x="31" y="177"/>
                    </a:lnTo>
                    <a:lnTo>
                      <a:pt x="24" y="181"/>
                    </a:lnTo>
                    <a:lnTo>
                      <a:pt x="17" y="185"/>
                    </a:lnTo>
                    <a:lnTo>
                      <a:pt x="17" y="185"/>
                    </a:lnTo>
                    <a:lnTo>
                      <a:pt x="16" y="185"/>
                    </a:lnTo>
                    <a:lnTo>
                      <a:pt x="16" y="186"/>
                    </a:lnTo>
                    <a:lnTo>
                      <a:pt x="15" y="186"/>
                    </a:lnTo>
                    <a:lnTo>
                      <a:pt x="9" y="190"/>
                    </a:lnTo>
                    <a:lnTo>
                      <a:pt x="5" y="195"/>
                    </a:lnTo>
                    <a:lnTo>
                      <a:pt x="5" y="196"/>
                    </a:lnTo>
                    <a:lnTo>
                      <a:pt x="5" y="196"/>
                    </a:lnTo>
                    <a:lnTo>
                      <a:pt x="4" y="197"/>
                    </a:lnTo>
                    <a:lnTo>
                      <a:pt x="4" y="197"/>
                    </a:lnTo>
                    <a:lnTo>
                      <a:pt x="2" y="200"/>
                    </a:lnTo>
                    <a:lnTo>
                      <a:pt x="1" y="204"/>
                    </a:lnTo>
                    <a:lnTo>
                      <a:pt x="1" y="205"/>
                    </a:lnTo>
                    <a:lnTo>
                      <a:pt x="0" y="206"/>
                    </a:lnTo>
                    <a:lnTo>
                      <a:pt x="1" y="207"/>
                    </a:lnTo>
                    <a:lnTo>
                      <a:pt x="1" y="207"/>
                    </a:lnTo>
                    <a:lnTo>
                      <a:pt x="1" y="211"/>
                    </a:lnTo>
                    <a:lnTo>
                      <a:pt x="3" y="215"/>
                    </a:lnTo>
                    <a:lnTo>
                      <a:pt x="1351" y="2771"/>
                    </a:lnTo>
                    <a:lnTo>
                      <a:pt x="1351" y="2771"/>
                    </a:lnTo>
                    <a:lnTo>
                      <a:pt x="1352" y="2772"/>
                    </a:lnTo>
                    <a:lnTo>
                      <a:pt x="1353" y="2774"/>
                    </a:lnTo>
                    <a:lnTo>
                      <a:pt x="1356" y="2776"/>
                    </a:lnTo>
                    <a:lnTo>
                      <a:pt x="1356" y="2776"/>
                    </a:lnTo>
                    <a:lnTo>
                      <a:pt x="1357" y="2776"/>
                    </a:lnTo>
                    <a:lnTo>
                      <a:pt x="1358" y="2777"/>
                    </a:lnTo>
                    <a:lnTo>
                      <a:pt x="1359" y="2778"/>
                    </a:lnTo>
                    <a:lnTo>
                      <a:pt x="1359" y="2778"/>
                    </a:lnTo>
                    <a:lnTo>
                      <a:pt x="1360" y="2778"/>
                    </a:lnTo>
                    <a:lnTo>
                      <a:pt x="1362" y="2780"/>
                    </a:lnTo>
                    <a:lnTo>
                      <a:pt x="1365" y="2781"/>
                    </a:lnTo>
                    <a:lnTo>
                      <a:pt x="1365" y="2781"/>
                    </a:lnTo>
                    <a:lnTo>
                      <a:pt x="1365" y="2781"/>
                    </a:lnTo>
                    <a:lnTo>
                      <a:pt x="1367" y="2782"/>
                    </a:lnTo>
                    <a:lnTo>
                      <a:pt x="1368" y="2783"/>
                    </a:lnTo>
                    <a:lnTo>
                      <a:pt x="1373" y="2785"/>
                    </a:lnTo>
                    <a:lnTo>
                      <a:pt x="1378" y="2787"/>
                    </a:lnTo>
                    <a:lnTo>
                      <a:pt x="1378" y="2787"/>
                    </a:lnTo>
                    <a:lnTo>
                      <a:pt x="1378" y="2787"/>
                    </a:lnTo>
                    <a:lnTo>
                      <a:pt x="1381" y="2788"/>
                    </a:lnTo>
                    <a:lnTo>
                      <a:pt x="1384" y="2789"/>
                    </a:lnTo>
                    <a:lnTo>
                      <a:pt x="1384" y="2789"/>
                    </a:lnTo>
                    <a:lnTo>
                      <a:pt x="1384" y="2789"/>
                    </a:lnTo>
                    <a:lnTo>
                      <a:pt x="1391" y="2791"/>
                    </a:lnTo>
                    <a:lnTo>
                      <a:pt x="1398" y="2794"/>
                    </a:lnTo>
                    <a:lnTo>
                      <a:pt x="1400" y="2795"/>
                    </a:lnTo>
                    <a:lnTo>
                      <a:pt x="1402" y="2795"/>
                    </a:lnTo>
                    <a:lnTo>
                      <a:pt x="1403" y="2795"/>
                    </a:lnTo>
                    <a:lnTo>
                      <a:pt x="1403" y="2795"/>
                    </a:lnTo>
                    <a:lnTo>
                      <a:pt x="1411" y="2798"/>
                    </a:lnTo>
                    <a:lnTo>
                      <a:pt x="1420" y="2800"/>
                    </a:lnTo>
                    <a:lnTo>
                      <a:pt x="1423" y="2800"/>
                    </a:lnTo>
                    <a:lnTo>
                      <a:pt x="1424" y="2800"/>
                    </a:lnTo>
                    <a:lnTo>
                      <a:pt x="1424" y="2800"/>
                    </a:lnTo>
                    <a:lnTo>
                      <a:pt x="1424" y="2800"/>
                    </a:lnTo>
                    <a:lnTo>
                      <a:pt x="1432" y="2802"/>
                    </a:lnTo>
                    <a:lnTo>
                      <a:pt x="1440" y="2804"/>
                    </a:lnTo>
                    <a:lnTo>
                      <a:pt x="1444" y="2805"/>
                    </a:lnTo>
                    <a:lnTo>
                      <a:pt x="1448" y="2805"/>
                    </a:lnTo>
                    <a:lnTo>
                      <a:pt x="1449" y="2805"/>
                    </a:lnTo>
                    <a:lnTo>
                      <a:pt x="1450" y="2806"/>
                    </a:lnTo>
                    <a:lnTo>
                      <a:pt x="1459" y="2807"/>
                    </a:lnTo>
                    <a:lnTo>
                      <a:pt x="1467" y="2808"/>
                    </a:lnTo>
                    <a:lnTo>
                      <a:pt x="1468" y="2809"/>
                    </a:lnTo>
                    <a:lnTo>
                      <a:pt x="1469" y="2809"/>
                    </a:lnTo>
                    <a:lnTo>
                      <a:pt x="1473" y="2809"/>
                    </a:lnTo>
                    <a:lnTo>
                      <a:pt x="1477" y="2810"/>
                    </a:lnTo>
                    <a:lnTo>
                      <a:pt x="1477" y="2810"/>
                    </a:lnTo>
                    <a:lnTo>
                      <a:pt x="1478" y="2810"/>
                    </a:lnTo>
                    <a:lnTo>
                      <a:pt x="1491" y="2812"/>
                    </a:lnTo>
                    <a:lnTo>
                      <a:pt x="1503" y="2814"/>
                    </a:lnTo>
                    <a:lnTo>
                      <a:pt x="1505" y="2814"/>
                    </a:lnTo>
                    <a:lnTo>
                      <a:pt x="1507" y="2815"/>
                    </a:lnTo>
                    <a:lnTo>
                      <a:pt x="1508" y="2815"/>
                    </a:lnTo>
                    <a:lnTo>
                      <a:pt x="1509" y="2815"/>
                    </a:lnTo>
                    <a:lnTo>
                      <a:pt x="1530" y="2818"/>
                    </a:lnTo>
                    <a:lnTo>
                      <a:pt x="1551" y="2820"/>
                    </a:lnTo>
                    <a:lnTo>
                      <a:pt x="1574" y="2823"/>
                    </a:lnTo>
                    <a:lnTo>
                      <a:pt x="1598" y="2827"/>
                    </a:lnTo>
                    <a:lnTo>
                      <a:pt x="1599" y="2827"/>
                    </a:lnTo>
                    <a:lnTo>
                      <a:pt x="1599" y="2827"/>
                    </a:lnTo>
                    <a:lnTo>
                      <a:pt x="1600" y="2827"/>
                    </a:lnTo>
                    <a:lnTo>
                      <a:pt x="1601" y="2827"/>
                    </a:lnTo>
                    <a:lnTo>
                      <a:pt x="1610" y="2828"/>
                    </a:lnTo>
                    <a:lnTo>
                      <a:pt x="1619" y="2829"/>
                    </a:lnTo>
                    <a:lnTo>
                      <a:pt x="1629" y="2830"/>
                    </a:lnTo>
                    <a:lnTo>
                      <a:pt x="1639" y="2831"/>
                    </a:lnTo>
                    <a:lnTo>
                      <a:pt x="1640" y="2831"/>
                    </a:lnTo>
                    <a:lnTo>
                      <a:pt x="1641" y="2831"/>
                    </a:lnTo>
                    <a:lnTo>
                      <a:pt x="1643" y="2831"/>
                    </a:lnTo>
                    <a:lnTo>
                      <a:pt x="1644" y="2831"/>
                    </a:lnTo>
                    <a:lnTo>
                      <a:pt x="1654" y="2832"/>
                    </a:lnTo>
                    <a:lnTo>
                      <a:pt x="1664" y="2833"/>
                    </a:lnTo>
                    <a:lnTo>
                      <a:pt x="1674" y="2834"/>
                    </a:lnTo>
                    <a:lnTo>
                      <a:pt x="1683" y="2835"/>
                    </a:lnTo>
                    <a:lnTo>
                      <a:pt x="1685" y="2835"/>
                    </a:lnTo>
                    <a:lnTo>
                      <a:pt x="1686" y="2835"/>
                    </a:lnTo>
                    <a:lnTo>
                      <a:pt x="1688" y="2835"/>
                    </a:lnTo>
                    <a:lnTo>
                      <a:pt x="1691" y="2835"/>
                    </a:lnTo>
                    <a:lnTo>
                      <a:pt x="1698" y="2836"/>
                    </a:lnTo>
                    <a:lnTo>
                      <a:pt x="1706" y="2837"/>
                    </a:lnTo>
                    <a:lnTo>
                      <a:pt x="1714" y="2837"/>
                    </a:lnTo>
                    <a:lnTo>
                      <a:pt x="1721" y="2838"/>
                    </a:lnTo>
                    <a:lnTo>
                      <a:pt x="1728" y="2839"/>
                    </a:lnTo>
                    <a:lnTo>
                      <a:pt x="1734" y="2839"/>
                    </a:lnTo>
                    <a:lnTo>
                      <a:pt x="1739" y="2839"/>
                    </a:lnTo>
                    <a:lnTo>
                      <a:pt x="1744" y="2840"/>
                    </a:lnTo>
                    <a:lnTo>
                      <a:pt x="1775" y="2842"/>
                    </a:lnTo>
                    <a:lnTo>
                      <a:pt x="1807" y="2844"/>
                    </a:lnTo>
                    <a:lnTo>
                      <a:pt x="1840" y="2847"/>
                    </a:lnTo>
                    <a:lnTo>
                      <a:pt x="1873" y="2849"/>
                    </a:lnTo>
                    <a:lnTo>
                      <a:pt x="1880" y="2849"/>
                    </a:lnTo>
                    <a:lnTo>
                      <a:pt x="1886" y="2849"/>
                    </a:lnTo>
                    <a:lnTo>
                      <a:pt x="1890" y="2850"/>
                    </a:lnTo>
                    <a:lnTo>
                      <a:pt x="1894" y="2850"/>
                    </a:lnTo>
                    <a:lnTo>
                      <a:pt x="1898" y="2850"/>
                    </a:lnTo>
                    <a:lnTo>
                      <a:pt x="1901" y="2850"/>
                    </a:lnTo>
                    <a:lnTo>
                      <a:pt x="1932" y="2852"/>
                    </a:lnTo>
                    <a:lnTo>
                      <a:pt x="1964" y="2854"/>
                    </a:lnTo>
                    <a:lnTo>
                      <a:pt x="1996" y="2855"/>
                    </a:lnTo>
                    <a:lnTo>
                      <a:pt x="2028" y="2857"/>
                    </a:lnTo>
                    <a:lnTo>
                      <a:pt x="2029" y="2857"/>
                    </a:lnTo>
                    <a:lnTo>
                      <a:pt x="2030" y="2857"/>
                    </a:lnTo>
                    <a:lnTo>
                      <a:pt x="2036" y="2857"/>
                    </a:lnTo>
                    <a:lnTo>
                      <a:pt x="2041" y="2857"/>
                    </a:lnTo>
                    <a:lnTo>
                      <a:pt x="2052" y="2858"/>
                    </a:lnTo>
                    <a:lnTo>
                      <a:pt x="2064" y="2858"/>
                    </a:lnTo>
                    <a:lnTo>
                      <a:pt x="2065" y="2858"/>
                    </a:lnTo>
                    <a:lnTo>
                      <a:pt x="2066" y="2858"/>
                    </a:lnTo>
                    <a:lnTo>
                      <a:pt x="2081" y="2859"/>
                    </a:lnTo>
                    <a:lnTo>
                      <a:pt x="2097" y="2861"/>
                    </a:lnTo>
                    <a:lnTo>
                      <a:pt x="2098" y="2861"/>
                    </a:lnTo>
                    <a:lnTo>
                      <a:pt x="2099" y="2861"/>
                    </a:lnTo>
                    <a:lnTo>
                      <a:pt x="2110" y="2861"/>
                    </a:lnTo>
                    <a:lnTo>
                      <a:pt x="2120" y="2861"/>
                    </a:lnTo>
                    <a:lnTo>
                      <a:pt x="2134" y="2862"/>
                    </a:lnTo>
                    <a:lnTo>
                      <a:pt x="2147" y="2863"/>
                    </a:lnTo>
                    <a:lnTo>
                      <a:pt x="2150" y="2863"/>
                    </a:lnTo>
                    <a:lnTo>
                      <a:pt x="2153" y="2863"/>
                    </a:lnTo>
                    <a:lnTo>
                      <a:pt x="2177" y="2864"/>
                    </a:lnTo>
                    <a:lnTo>
                      <a:pt x="2201" y="2864"/>
                    </a:lnTo>
                    <a:lnTo>
                      <a:pt x="2224" y="2865"/>
                    </a:lnTo>
                    <a:lnTo>
                      <a:pt x="2249" y="2866"/>
                    </a:lnTo>
                    <a:lnTo>
                      <a:pt x="2250" y="2866"/>
                    </a:lnTo>
                    <a:lnTo>
                      <a:pt x="2250" y="2866"/>
                    </a:lnTo>
                    <a:lnTo>
                      <a:pt x="2254" y="2866"/>
                    </a:lnTo>
                    <a:lnTo>
                      <a:pt x="2258" y="2866"/>
                    </a:lnTo>
                    <a:lnTo>
                      <a:pt x="2260" y="2866"/>
                    </a:lnTo>
                    <a:lnTo>
                      <a:pt x="2262" y="2866"/>
                    </a:lnTo>
                    <a:lnTo>
                      <a:pt x="2286" y="2867"/>
                    </a:lnTo>
                    <a:lnTo>
                      <a:pt x="2310" y="2867"/>
                    </a:lnTo>
                    <a:lnTo>
                      <a:pt x="2335" y="2868"/>
                    </a:lnTo>
                    <a:lnTo>
                      <a:pt x="2359" y="2869"/>
                    </a:lnTo>
                    <a:lnTo>
                      <a:pt x="2362" y="2869"/>
                    </a:lnTo>
                    <a:lnTo>
                      <a:pt x="2364" y="2869"/>
                    </a:lnTo>
                    <a:lnTo>
                      <a:pt x="2366" y="2869"/>
                    </a:lnTo>
                    <a:lnTo>
                      <a:pt x="2367" y="2869"/>
                    </a:lnTo>
                    <a:lnTo>
                      <a:pt x="2371" y="2869"/>
                    </a:lnTo>
                    <a:lnTo>
                      <a:pt x="2374" y="2869"/>
                    </a:lnTo>
                    <a:lnTo>
                      <a:pt x="2399" y="2870"/>
                    </a:lnTo>
                    <a:lnTo>
                      <a:pt x="2423" y="2870"/>
                    </a:lnTo>
                    <a:lnTo>
                      <a:pt x="2447" y="2870"/>
                    </a:lnTo>
                    <a:lnTo>
                      <a:pt x="2472" y="2871"/>
                    </a:lnTo>
                    <a:lnTo>
                      <a:pt x="2475" y="2871"/>
                    </a:lnTo>
                    <a:lnTo>
                      <a:pt x="2477" y="2871"/>
                    </a:lnTo>
                    <a:lnTo>
                      <a:pt x="2477" y="2871"/>
                    </a:lnTo>
                    <a:lnTo>
                      <a:pt x="2478" y="2871"/>
                    </a:lnTo>
                    <a:lnTo>
                      <a:pt x="2502" y="2871"/>
                    </a:lnTo>
                    <a:lnTo>
                      <a:pt x="2526" y="2872"/>
                    </a:lnTo>
                    <a:lnTo>
                      <a:pt x="2552" y="2872"/>
                    </a:lnTo>
                    <a:lnTo>
                      <a:pt x="2577" y="2872"/>
                    </a:lnTo>
                    <a:lnTo>
                      <a:pt x="2578" y="2872"/>
                    </a:lnTo>
                    <a:lnTo>
                      <a:pt x="2579" y="2872"/>
                    </a:lnTo>
                    <a:lnTo>
                      <a:pt x="2585" y="2872"/>
                    </a:lnTo>
                    <a:lnTo>
                      <a:pt x="2590" y="2873"/>
                    </a:lnTo>
                    <a:lnTo>
                      <a:pt x="2594" y="2873"/>
                    </a:lnTo>
                    <a:lnTo>
                      <a:pt x="2599" y="2873"/>
                    </a:lnTo>
                    <a:lnTo>
                      <a:pt x="2625" y="2873"/>
                    </a:lnTo>
                    <a:lnTo>
                      <a:pt x="2653" y="2873"/>
                    </a:lnTo>
                    <a:lnTo>
                      <a:pt x="2680" y="2873"/>
                    </a:lnTo>
                    <a:lnTo>
                      <a:pt x="2707" y="2873"/>
                    </a:lnTo>
                    <a:lnTo>
                      <a:pt x="2707" y="2873"/>
                    </a:lnTo>
                    <a:lnTo>
                      <a:pt x="2707" y="2873"/>
                    </a:lnTo>
                    <a:lnTo>
                      <a:pt x="2710" y="2873"/>
                    </a:lnTo>
                    <a:lnTo>
                      <a:pt x="2714" y="2873"/>
                    </a:lnTo>
                    <a:lnTo>
                      <a:pt x="2727" y="2873"/>
                    </a:lnTo>
                    <a:lnTo>
                      <a:pt x="2742" y="2873"/>
                    </a:lnTo>
                    <a:lnTo>
                      <a:pt x="2756" y="2873"/>
                    </a:lnTo>
                    <a:lnTo>
                      <a:pt x="2771" y="2873"/>
                    </a:lnTo>
                    <a:lnTo>
                      <a:pt x="2790" y="2874"/>
                    </a:lnTo>
                    <a:lnTo>
                      <a:pt x="2809" y="2874"/>
                    </a:lnTo>
                    <a:lnTo>
                      <a:pt x="2827" y="2874"/>
                    </a:lnTo>
                    <a:lnTo>
                      <a:pt x="2847" y="2873"/>
                    </a:lnTo>
                    <a:lnTo>
                      <a:pt x="2849" y="2873"/>
                    </a:lnTo>
                    <a:lnTo>
                      <a:pt x="2851" y="2873"/>
                    </a:lnTo>
                    <a:lnTo>
                      <a:pt x="2854" y="2873"/>
                    </a:lnTo>
                    <a:lnTo>
                      <a:pt x="2857" y="2873"/>
                    </a:lnTo>
                    <a:lnTo>
                      <a:pt x="2895" y="2873"/>
                    </a:lnTo>
                    <a:lnTo>
                      <a:pt x="2934" y="2873"/>
                    </a:lnTo>
                    <a:lnTo>
                      <a:pt x="2971" y="2873"/>
                    </a:lnTo>
                    <a:lnTo>
                      <a:pt x="3008" y="2872"/>
                    </a:lnTo>
                    <a:lnTo>
                      <a:pt x="3008" y="2872"/>
                    </a:lnTo>
                    <a:lnTo>
                      <a:pt x="3009" y="2872"/>
                    </a:lnTo>
                    <a:lnTo>
                      <a:pt x="3010" y="2872"/>
                    </a:lnTo>
                    <a:lnTo>
                      <a:pt x="3012" y="2872"/>
                    </a:lnTo>
                    <a:lnTo>
                      <a:pt x="3015" y="2872"/>
                    </a:lnTo>
                    <a:lnTo>
                      <a:pt x="3018" y="2872"/>
                    </a:lnTo>
                    <a:lnTo>
                      <a:pt x="3021" y="2872"/>
                    </a:lnTo>
                    <a:lnTo>
                      <a:pt x="3023" y="2872"/>
                    </a:lnTo>
                    <a:lnTo>
                      <a:pt x="3055" y="2872"/>
                    </a:lnTo>
                    <a:lnTo>
                      <a:pt x="3087" y="2871"/>
                    </a:lnTo>
                    <a:lnTo>
                      <a:pt x="3118" y="2871"/>
                    </a:lnTo>
                    <a:lnTo>
                      <a:pt x="3150" y="2870"/>
                    </a:lnTo>
                    <a:lnTo>
                      <a:pt x="3181" y="2870"/>
                    </a:lnTo>
                    <a:lnTo>
                      <a:pt x="3211" y="2869"/>
                    </a:lnTo>
                    <a:lnTo>
                      <a:pt x="3242" y="2868"/>
                    </a:lnTo>
                    <a:lnTo>
                      <a:pt x="3272" y="2868"/>
                    </a:lnTo>
                    <a:lnTo>
                      <a:pt x="3273" y="2868"/>
                    </a:lnTo>
                    <a:lnTo>
                      <a:pt x="3273" y="2868"/>
                    </a:lnTo>
                    <a:lnTo>
                      <a:pt x="3280" y="2868"/>
                    </a:lnTo>
                    <a:lnTo>
                      <a:pt x="3287" y="2867"/>
                    </a:lnTo>
                    <a:lnTo>
                      <a:pt x="3290" y="2867"/>
                    </a:lnTo>
                    <a:lnTo>
                      <a:pt x="3293" y="2867"/>
                    </a:lnTo>
                    <a:lnTo>
                      <a:pt x="3308" y="2867"/>
                    </a:lnTo>
                    <a:lnTo>
                      <a:pt x="3322" y="2866"/>
                    </a:lnTo>
                    <a:lnTo>
                      <a:pt x="3337" y="2866"/>
                    </a:lnTo>
                    <a:lnTo>
                      <a:pt x="3351" y="2866"/>
                    </a:lnTo>
                    <a:lnTo>
                      <a:pt x="3355" y="2865"/>
                    </a:lnTo>
                    <a:lnTo>
                      <a:pt x="3359" y="2865"/>
                    </a:lnTo>
                    <a:lnTo>
                      <a:pt x="3364" y="2865"/>
                    </a:lnTo>
                    <a:lnTo>
                      <a:pt x="3370" y="2865"/>
                    </a:lnTo>
                    <a:lnTo>
                      <a:pt x="3381" y="2865"/>
                    </a:lnTo>
                    <a:lnTo>
                      <a:pt x="3393" y="2864"/>
                    </a:lnTo>
                    <a:lnTo>
                      <a:pt x="3405" y="2864"/>
                    </a:lnTo>
                    <a:lnTo>
                      <a:pt x="3416" y="2863"/>
                    </a:lnTo>
                    <a:lnTo>
                      <a:pt x="3422" y="2863"/>
                    </a:lnTo>
                    <a:lnTo>
                      <a:pt x="3429" y="2863"/>
                    </a:lnTo>
                    <a:lnTo>
                      <a:pt x="3434" y="2863"/>
                    </a:lnTo>
                    <a:lnTo>
                      <a:pt x="3439" y="2863"/>
                    </a:lnTo>
                    <a:lnTo>
                      <a:pt x="3449" y="2862"/>
                    </a:lnTo>
                    <a:lnTo>
                      <a:pt x="3459" y="2862"/>
                    </a:lnTo>
                    <a:lnTo>
                      <a:pt x="3469" y="2862"/>
                    </a:lnTo>
                    <a:lnTo>
                      <a:pt x="3479" y="2861"/>
                    </a:lnTo>
                    <a:lnTo>
                      <a:pt x="3488" y="2861"/>
                    </a:lnTo>
                    <a:lnTo>
                      <a:pt x="3496" y="2861"/>
                    </a:lnTo>
                    <a:lnTo>
                      <a:pt x="3501" y="2859"/>
                    </a:lnTo>
                    <a:lnTo>
                      <a:pt x="3505" y="2859"/>
                    </a:lnTo>
                    <a:lnTo>
                      <a:pt x="3514" y="2859"/>
                    </a:lnTo>
                    <a:lnTo>
                      <a:pt x="3523" y="2858"/>
                    </a:lnTo>
                    <a:lnTo>
                      <a:pt x="3531" y="2858"/>
                    </a:lnTo>
                    <a:lnTo>
                      <a:pt x="3541" y="2858"/>
                    </a:lnTo>
                    <a:lnTo>
                      <a:pt x="3542" y="2858"/>
                    </a:lnTo>
                    <a:lnTo>
                      <a:pt x="3543" y="2858"/>
                    </a:lnTo>
                    <a:lnTo>
                      <a:pt x="3549" y="2857"/>
                    </a:lnTo>
                    <a:lnTo>
                      <a:pt x="3555" y="2857"/>
                    </a:lnTo>
                    <a:lnTo>
                      <a:pt x="3559" y="2857"/>
                    </a:lnTo>
                    <a:lnTo>
                      <a:pt x="3563" y="2857"/>
                    </a:lnTo>
                    <a:lnTo>
                      <a:pt x="3565" y="2857"/>
                    </a:lnTo>
                    <a:lnTo>
                      <a:pt x="3568" y="2857"/>
                    </a:lnTo>
                    <a:lnTo>
                      <a:pt x="3581" y="2856"/>
                    </a:lnTo>
                    <a:lnTo>
                      <a:pt x="3594" y="2855"/>
                    </a:lnTo>
                    <a:lnTo>
                      <a:pt x="3595" y="2855"/>
                    </a:lnTo>
                    <a:lnTo>
                      <a:pt x="3595" y="2855"/>
                    </a:lnTo>
                    <a:lnTo>
                      <a:pt x="3608" y="2855"/>
                    </a:lnTo>
                    <a:lnTo>
                      <a:pt x="3620" y="2854"/>
                    </a:lnTo>
                    <a:lnTo>
                      <a:pt x="3625" y="2854"/>
                    </a:lnTo>
                    <a:lnTo>
                      <a:pt x="3630" y="2853"/>
                    </a:lnTo>
                    <a:lnTo>
                      <a:pt x="3640" y="2853"/>
                    </a:lnTo>
                    <a:lnTo>
                      <a:pt x="3649" y="2852"/>
                    </a:lnTo>
                    <a:lnTo>
                      <a:pt x="3650" y="2852"/>
                    </a:lnTo>
                    <a:lnTo>
                      <a:pt x="3652" y="2852"/>
                    </a:lnTo>
                    <a:lnTo>
                      <a:pt x="3662" y="2852"/>
                    </a:lnTo>
                    <a:lnTo>
                      <a:pt x="3674" y="2851"/>
                    </a:lnTo>
                    <a:lnTo>
                      <a:pt x="3677" y="2851"/>
                    </a:lnTo>
                    <a:lnTo>
                      <a:pt x="3679" y="2851"/>
                    </a:lnTo>
                    <a:lnTo>
                      <a:pt x="3694" y="2850"/>
                    </a:lnTo>
                    <a:lnTo>
                      <a:pt x="3710" y="2849"/>
                    </a:lnTo>
                    <a:lnTo>
                      <a:pt x="3718" y="2849"/>
                    </a:lnTo>
                    <a:lnTo>
                      <a:pt x="3726" y="2848"/>
                    </a:lnTo>
                    <a:lnTo>
                      <a:pt x="3728" y="2848"/>
                    </a:lnTo>
                    <a:lnTo>
                      <a:pt x="3729" y="2848"/>
                    </a:lnTo>
                    <a:lnTo>
                      <a:pt x="3745" y="2847"/>
                    </a:lnTo>
                    <a:lnTo>
                      <a:pt x="3759" y="2846"/>
                    </a:lnTo>
                    <a:lnTo>
                      <a:pt x="3764" y="2846"/>
                    </a:lnTo>
                    <a:lnTo>
                      <a:pt x="3769" y="2845"/>
                    </a:lnTo>
                    <a:lnTo>
                      <a:pt x="3773" y="2845"/>
                    </a:lnTo>
                    <a:lnTo>
                      <a:pt x="3777" y="2845"/>
                    </a:lnTo>
                    <a:lnTo>
                      <a:pt x="3780" y="2845"/>
                    </a:lnTo>
                    <a:lnTo>
                      <a:pt x="3783" y="2844"/>
                    </a:lnTo>
                    <a:lnTo>
                      <a:pt x="3791" y="2844"/>
                    </a:lnTo>
                    <a:lnTo>
                      <a:pt x="3799" y="2843"/>
                    </a:lnTo>
                    <a:lnTo>
                      <a:pt x="3808" y="2843"/>
                    </a:lnTo>
                    <a:lnTo>
                      <a:pt x="3816" y="2842"/>
                    </a:lnTo>
                    <a:lnTo>
                      <a:pt x="3817" y="2842"/>
                    </a:lnTo>
                    <a:lnTo>
                      <a:pt x="3818" y="2842"/>
                    </a:lnTo>
                    <a:lnTo>
                      <a:pt x="3825" y="2842"/>
                    </a:lnTo>
                    <a:lnTo>
                      <a:pt x="3832" y="2841"/>
                    </a:lnTo>
                    <a:lnTo>
                      <a:pt x="3834" y="2841"/>
                    </a:lnTo>
                    <a:lnTo>
                      <a:pt x="3837" y="2841"/>
                    </a:lnTo>
                    <a:lnTo>
                      <a:pt x="3846" y="2840"/>
                    </a:lnTo>
                    <a:lnTo>
                      <a:pt x="3855" y="2839"/>
                    </a:lnTo>
                    <a:lnTo>
                      <a:pt x="3864" y="2839"/>
                    </a:lnTo>
                    <a:lnTo>
                      <a:pt x="3874" y="2838"/>
                    </a:lnTo>
                    <a:lnTo>
                      <a:pt x="3879" y="2837"/>
                    </a:lnTo>
                    <a:lnTo>
                      <a:pt x="3885" y="2837"/>
                    </a:lnTo>
                    <a:lnTo>
                      <a:pt x="3885" y="2837"/>
                    </a:lnTo>
                    <a:lnTo>
                      <a:pt x="3886" y="2837"/>
                    </a:lnTo>
                    <a:lnTo>
                      <a:pt x="3889" y="2837"/>
                    </a:lnTo>
                    <a:lnTo>
                      <a:pt x="3891" y="2836"/>
                    </a:lnTo>
                    <a:lnTo>
                      <a:pt x="3919" y="2834"/>
                    </a:lnTo>
                    <a:lnTo>
                      <a:pt x="3945" y="2832"/>
                    </a:lnTo>
                    <a:lnTo>
                      <a:pt x="3969" y="2829"/>
                    </a:lnTo>
                    <a:lnTo>
                      <a:pt x="3994" y="2827"/>
                    </a:lnTo>
                    <a:lnTo>
                      <a:pt x="4000" y="2825"/>
                    </a:lnTo>
                    <a:lnTo>
                      <a:pt x="4007" y="2824"/>
                    </a:lnTo>
                    <a:lnTo>
                      <a:pt x="4011" y="2824"/>
                    </a:lnTo>
                    <a:lnTo>
                      <a:pt x="4014" y="2824"/>
                    </a:lnTo>
                    <a:lnTo>
                      <a:pt x="4020" y="2823"/>
                    </a:lnTo>
                    <a:lnTo>
                      <a:pt x="4027" y="2822"/>
                    </a:lnTo>
                    <a:lnTo>
                      <a:pt x="4032" y="2822"/>
                    </a:lnTo>
                    <a:lnTo>
                      <a:pt x="4038" y="2821"/>
                    </a:lnTo>
                    <a:lnTo>
                      <a:pt x="4040" y="2821"/>
                    </a:lnTo>
                    <a:lnTo>
                      <a:pt x="4042" y="2820"/>
                    </a:lnTo>
                    <a:lnTo>
                      <a:pt x="4045" y="2820"/>
                    </a:lnTo>
                    <a:lnTo>
                      <a:pt x="4049" y="2819"/>
                    </a:lnTo>
                    <a:lnTo>
                      <a:pt x="4058" y="2818"/>
                    </a:lnTo>
                    <a:lnTo>
                      <a:pt x="4066" y="2817"/>
                    </a:lnTo>
                    <a:lnTo>
                      <a:pt x="4069" y="2817"/>
                    </a:lnTo>
                    <a:lnTo>
                      <a:pt x="4074" y="2816"/>
                    </a:lnTo>
                    <a:lnTo>
                      <a:pt x="4078" y="2816"/>
                    </a:lnTo>
                    <a:lnTo>
                      <a:pt x="4082" y="2815"/>
                    </a:lnTo>
                    <a:lnTo>
                      <a:pt x="4086" y="2814"/>
                    </a:lnTo>
                    <a:lnTo>
                      <a:pt x="4090" y="2814"/>
                    </a:lnTo>
                    <a:lnTo>
                      <a:pt x="4091" y="2814"/>
                    </a:lnTo>
                    <a:lnTo>
                      <a:pt x="4093" y="2814"/>
                    </a:lnTo>
                    <a:lnTo>
                      <a:pt x="4097" y="2813"/>
                    </a:lnTo>
                    <a:lnTo>
                      <a:pt x="4102" y="2812"/>
                    </a:lnTo>
                    <a:lnTo>
                      <a:pt x="4108" y="2811"/>
                    </a:lnTo>
                    <a:lnTo>
                      <a:pt x="4113" y="2811"/>
                    </a:lnTo>
                    <a:lnTo>
                      <a:pt x="4113" y="2810"/>
                    </a:lnTo>
                    <a:lnTo>
                      <a:pt x="4114" y="2810"/>
                    </a:lnTo>
                    <a:lnTo>
                      <a:pt x="4120" y="2809"/>
                    </a:lnTo>
                    <a:lnTo>
                      <a:pt x="4126" y="2808"/>
                    </a:lnTo>
                    <a:lnTo>
                      <a:pt x="4128" y="2808"/>
                    </a:lnTo>
                    <a:lnTo>
                      <a:pt x="4130" y="2808"/>
                    </a:lnTo>
                    <a:lnTo>
                      <a:pt x="4134" y="2807"/>
                    </a:lnTo>
                    <a:lnTo>
                      <a:pt x="4139" y="2806"/>
                    </a:lnTo>
                    <a:lnTo>
                      <a:pt x="4139" y="2806"/>
                    </a:lnTo>
                    <a:lnTo>
                      <a:pt x="4140" y="2806"/>
                    </a:lnTo>
                    <a:lnTo>
                      <a:pt x="4141" y="2806"/>
                    </a:lnTo>
                    <a:lnTo>
                      <a:pt x="4143" y="2805"/>
                    </a:lnTo>
                    <a:lnTo>
                      <a:pt x="4148" y="2805"/>
                    </a:lnTo>
                    <a:lnTo>
                      <a:pt x="4152" y="2804"/>
                    </a:lnTo>
                    <a:lnTo>
                      <a:pt x="4156" y="2803"/>
                    </a:lnTo>
                    <a:lnTo>
                      <a:pt x="4160" y="2802"/>
                    </a:lnTo>
                    <a:lnTo>
                      <a:pt x="4162" y="2802"/>
                    </a:lnTo>
                    <a:lnTo>
                      <a:pt x="4165" y="2801"/>
                    </a:lnTo>
                    <a:lnTo>
                      <a:pt x="4168" y="2800"/>
                    </a:lnTo>
                    <a:lnTo>
                      <a:pt x="4173" y="2799"/>
                    </a:lnTo>
                    <a:lnTo>
                      <a:pt x="4176" y="2799"/>
                    </a:lnTo>
                    <a:lnTo>
                      <a:pt x="4178" y="2798"/>
                    </a:lnTo>
                    <a:lnTo>
                      <a:pt x="4179" y="2798"/>
                    </a:lnTo>
                    <a:lnTo>
                      <a:pt x="4181" y="2798"/>
                    </a:lnTo>
                    <a:lnTo>
                      <a:pt x="4183" y="2797"/>
                    </a:lnTo>
                    <a:lnTo>
                      <a:pt x="4185" y="2796"/>
                    </a:lnTo>
                    <a:lnTo>
                      <a:pt x="4191" y="2795"/>
                    </a:lnTo>
                    <a:lnTo>
                      <a:pt x="4195" y="2794"/>
                    </a:lnTo>
                    <a:lnTo>
                      <a:pt x="4197" y="2793"/>
                    </a:lnTo>
                    <a:lnTo>
                      <a:pt x="4198" y="2793"/>
                    </a:lnTo>
                    <a:lnTo>
                      <a:pt x="4201" y="2791"/>
                    </a:lnTo>
                    <a:lnTo>
                      <a:pt x="4205" y="2790"/>
                    </a:lnTo>
                    <a:lnTo>
                      <a:pt x="4205" y="2790"/>
                    </a:lnTo>
                    <a:lnTo>
                      <a:pt x="4205" y="2790"/>
                    </a:lnTo>
                    <a:lnTo>
                      <a:pt x="4207" y="2790"/>
                    </a:lnTo>
                    <a:lnTo>
                      <a:pt x="4208" y="2789"/>
                    </a:lnTo>
                    <a:lnTo>
                      <a:pt x="4209" y="2789"/>
                    </a:lnTo>
                    <a:lnTo>
                      <a:pt x="4209" y="2789"/>
                    </a:lnTo>
                    <a:lnTo>
                      <a:pt x="4211" y="2788"/>
                    </a:lnTo>
                    <a:lnTo>
                      <a:pt x="4213" y="2787"/>
                    </a:lnTo>
                    <a:lnTo>
                      <a:pt x="4216" y="2786"/>
                    </a:lnTo>
                    <a:lnTo>
                      <a:pt x="4219" y="2785"/>
                    </a:lnTo>
                    <a:lnTo>
                      <a:pt x="4222" y="2784"/>
                    </a:lnTo>
                    <a:lnTo>
                      <a:pt x="4225" y="2783"/>
                    </a:lnTo>
                    <a:lnTo>
                      <a:pt x="4225" y="2782"/>
                    </a:lnTo>
                    <a:lnTo>
                      <a:pt x="4225" y="2782"/>
                    </a:lnTo>
                    <a:lnTo>
                      <a:pt x="4227" y="2781"/>
                    </a:lnTo>
                    <a:lnTo>
                      <a:pt x="4229" y="2780"/>
                    </a:lnTo>
                    <a:lnTo>
                      <a:pt x="4230" y="2780"/>
                    </a:lnTo>
                    <a:lnTo>
                      <a:pt x="4231" y="2779"/>
                    </a:lnTo>
                    <a:lnTo>
                      <a:pt x="4231" y="2779"/>
                    </a:lnTo>
                    <a:lnTo>
                      <a:pt x="4231" y="2779"/>
                    </a:lnTo>
                    <a:lnTo>
                      <a:pt x="4232" y="2779"/>
                    </a:lnTo>
                    <a:lnTo>
                      <a:pt x="4232" y="2778"/>
                    </a:lnTo>
                    <a:lnTo>
                      <a:pt x="4233" y="2778"/>
                    </a:lnTo>
                    <a:lnTo>
                      <a:pt x="4234" y="2777"/>
                    </a:lnTo>
                    <a:lnTo>
                      <a:pt x="4235" y="2776"/>
                    </a:lnTo>
                    <a:lnTo>
                      <a:pt x="4236" y="2775"/>
                    </a:lnTo>
                    <a:lnTo>
                      <a:pt x="4237" y="2775"/>
                    </a:lnTo>
                    <a:lnTo>
                      <a:pt x="4237" y="2775"/>
                    </a:lnTo>
                    <a:lnTo>
                      <a:pt x="4239" y="2773"/>
                    </a:lnTo>
                    <a:lnTo>
                      <a:pt x="4240" y="2772"/>
                    </a:lnTo>
                    <a:lnTo>
                      <a:pt x="4241" y="2771"/>
                    </a:lnTo>
                    <a:lnTo>
                      <a:pt x="4241" y="2771"/>
                    </a:lnTo>
                    <a:lnTo>
                      <a:pt x="5590" y="215"/>
                    </a:lnTo>
                    <a:lnTo>
                      <a:pt x="5591" y="213"/>
                    </a:lnTo>
                    <a:lnTo>
                      <a:pt x="5591" y="211"/>
                    </a:lnTo>
                    <a:lnTo>
                      <a:pt x="5592" y="208"/>
                    </a:lnTo>
                    <a:lnTo>
                      <a:pt x="5591" y="205"/>
                    </a:lnTo>
                    <a:lnTo>
                      <a:pt x="5591" y="204"/>
                    </a:lnTo>
                    <a:lnTo>
                      <a:pt x="559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6" name="Freeform 14">
                <a:extLst>
                  <a:ext uri="{FF2B5EF4-FFF2-40B4-BE49-F238E27FC236}">
                    <a16:creationId xmlns:a16="http://schemas.microsoft.com/office/drawing/2014/main" id="{9504DA5F-3E6C-469B-B6ED-69875BEA9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6225" y="4666822"/>
                <a:ext cx="1479550" cy="109538"/>
              </a:xfrm>
              <a:custGeom>
                <a:avLst/>
                <a:gdLst>
                  <a:gd name="T0" fmla="*/ 5570 w 5590"/>
                  <a:gd name="T1" fmla="*/ 232 h 414"/>
                  <a:gd name="T2" fmla="*/ 5490 w 5590"/>
                  <a:gd name="T3" fmla="*/ 263 h 414"/>
                  <a:gd name="T4" fmla="*/ 5352 w 5590"/>
                  <a:gd name="T5" fmla="*/ 291 h 414"/>
                  <a:gd name="T6" fmla="*/ 5160 w 5590"/>
                  <a:gd name="T7" fmla="*/ 318 h 414"/>
                  <a:gd name="T8" fmla="*/ 4921 w 5590"/>
                  <a:gd name="T9" fmla="*/ 342 h 414"/>
                  <a:gd name="T10" fmla="*/ 4638 w 5590"/>
                  <a:gd name="T11" fmla="*/ 363 h 414"/>
                  <a:gd name="T12" fmla="*/ 4317 w 5590"/>
                  <a:gd name="T13" fmla="*/ 381 h 414"/>
                  <a:gd name="T14" fmla="*/ 3962 w 5590"/>
                  <a:gd name="T15" fmla="*/ 395 h 414"/>
                  <a:gd name="T16" fmla="*/ 3580 w 5590"/>
                  <a:gd name="T17" fmla="*/ 406 h 414"/>
                  <a:gd name="T18" fmla="*/ 3173 w 5590"/>
                  <a:gd name="T19" fmla="*/ 413 h 414"/>
                  <a:gd name="T20" fmla="*/ 2746 w 5590"/>
                  <a:gd name="T21" fmla="*/ 414 h 414"/>
                  <a:gd name="T22" fmla="*/ 2321 w 5590"/>
                  <a:gd name="T23" fmla="*/ 412 h 414"/>
                  <a:gd name="T24" fmla="*/ 1917 w 5590"/>
                  <a:gd name="T25" fmla="*/ 404 h 414"/>
                  <a:gd name="T26" fmla="*/ 1539 w 5590"/>
                  <a:gd name="T27" fmla="*/ 392 h 414"/>
                  <a:gd name="T28" fmla="*/ 1192 w 5590"/>
                  <a:gd name="T29" fmla="*/ 377 h 414"/>
                  <a:gd name="T30" fmla="*/ 879 w 5590"/>
                  <a:gd name="T31" fmla="*/ 358 h 414"/>
                  <a:gd name="T32" fmla="*/ 607 w 5590"/>
                  <a:gd name="T33" fmla="*/ 337 h 414"/>
                  <a:gd name="T34" fmla="*/ 379 w 5590"/>
                  <a:gd name="T35" fmla="*/ 312 h 414"/>
                  <a:gd name="T36" fmla="*/ 201 w 5590"/>
                  <a:gd name="T37" fmla="*/ 284 h 414"/>
                  <a:gd name="T38" fmla="*/ 75 w 5590"/>
                  <a:gd name="T39" fmla="*/ 255 h 414"/>
                  <a:gd name="T40" fmla="*/ 9 w 5590"/>
                  <a:gd name="T41" fmla="*/ 224 h 414"/>
                  <a:gd name="T42" fmla="*/ 6 w 5590"/>
                  <a:gd name="T43" fmla="*/ 192 h 414"/>
                  <a:gd name="T44" fmla="*/ 66 w 5590"/>
                  <a:gd name="T45" fmla="*/ 162 h 414"/>
                  <a:gd name="T46" fmla="*/ 187 w 5590"/>
                  <a:gd name="T47" fmla="*/ 133 h 414"/>
                  <a:gd name="T48" fmla="*/ 361 w 5590"/>
                  <a:gd name="T49" fmla="*/ 105 h 414"/>
                  <a:gd name="T50" fmla="*/ 585 w 5590"/>
                  <a:gd name="T51" fmla="*/ 80 h 414"/>
                  <a:gd name="T52" fmla="*/ 854 w 5590"/>
                  <a:gd name="T53" fmla="*/ 59 h 414"/>
                  <a:gd name="T54" fmla="*/ 1162 w 5590"/>
                  <a:gd name="T55" fmla="*/ 39 h 414"/>
                  <a:gd name="T56" fmla="*/ 1506 w 5590"/>
                  <a:gd name="T57" fmla="*/ 24 h 414"/>
                  <a:gd name="T58" fmla="*/ 1880 w 5590"/>
                  <a:gd name="T59" fmla="*/ 11 h 414"/>
                  <a:gd name="T60" fmla="*/ 2279 w 5590"/>
                  <a:gd name="T61" fmla="*/ 3 h 414"/>
                  <a:gd name="T62" fmla="*/ 2700 w 5590"/>
                  <a:gd name="T63" fmla="*/ 0 h 414"/>
                  <a:gd name="T64" fmla="*/ 3129 w 5590"/>
                  <a:gd name="T65" fmla="*/ 1 h 414"/>
                  <a:gd name="T66" fmla="*/ 3541 w 5590"/>
                  <a:gd name="T67" fmla="*/ 7 h 414"/>
                  <a:gd name="T68" fmla="*/ 3928 w 5590"/>
                  <a:gd name="T69" fmla="*/ 17 h 414"/>
                  <a:gd name="T70" fmla="*/ 4286 w 5590"/>
                  <a:gd name="T71" fmla="*/ 32 h 414"/>
                  <a:gd name="T72" fmla="*/ 4611 w 5590"/>
                  <a:gd name="T73" fmla="*/ 49 h 414"/>
                  <a:gd name="T74" fmla="*/ 4897 w 5590"/>
                  <a:gd name="T75" fmla="*/ 71 h 414"/>
                  <a:gd name="T76" fmla="*/ 5140 w 5590"/>
                  <a:gd name="T77" fmla="*/ 95 h 414"/>
                  <a:gd name="T78" fmla="*/ 5335 w 5590"/>
                  <a:gd name="T79" fmla="*/ 120 h 414"/>
                  <a:gd name="T80" fmla="*/ 5479 w 5590"/>
                  <a:gd name="T81" fmla="*/ 149 h 414"/>
                  <a:gd name="T82" fmla="*/ 5565 w 5590"/>
                  <a:gd name="T83" fmla="*/ 179 h 414"/>
                  <a:gd name="T84" fmla="*/ 5590 w 5590"/>
                  <a:gd name="T85" fmla="*/ 211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590" h="414">
                    <a:moveTo>
                      <a:pt x="5590" y="211"/>
                    </a:moveTo>
                    <a:lnTo>
                      <a:pt x="5584" y="221"/>
                    </a:lnTo>
                    <a:lnTo>
                      <a:pt x="5570" y="232"/>
                    </a:lnTo>
                    <a:lnTo>
                      <a:pt x="5551" y="242"/>
                    </a:lnTo>
                    <a:lnTo>
                      <a:pt x="5524" y="252"/>
                    </a:lnTo>
                    <a:lnTo>
                      <a:pt x="5490" y="263"/>
                    </a:lnTo>
                    <a:lnTo>
                      <a:pt x="5450" y="272"/>
                    </a:lnTo>
                    <a:lnTo>
                      <a:pt x="5403" y="282"/>
                    </a:lnTo>
                    <a:lnTo>
                      <a:pt x="5352" y="291"/>
                    </a:lnTo>
                    <a:lnTo>
                      <a:pt x="5293" y="301"/>
                    </a:lnTo>
                    <a:lnTo>
                      <a:pt x="5229" y="309"/>
                    </a:lnTo>
                    <a:lnTo>
                      <a:pt x="5160" y="318"/>
                    </a:lnTo>
                    <a:lnTo>
                      <a:pt x="5086" y="326"/>
                    </a:lnTo>
                    <a:lnTo>
                      <a:pt x="5005" y="334"/>
                    </a:lnTo>
                    <a:lnTo>
                      <a:pt x="4921" y="342"/>
                    </a:lnTo>
                    <a:lnTo>
                      <a:pt x="4831" y="349"/>
                    </a:lnTo>
                    <a:lnTo>
                      <a:pt x="4736" y="356"/>
                    </a:lnTo>
                    <a:lnTo>
                      <a:pt x="4638" y="363"/>
                    </a:lnTo>
                    <a:lnTo>
                      <a:pt x="4535" y="370"/>
                    </a:lnTo>
                    <a:lnTo>
                      <a:pt x="4428" y="376"/>
                    </a:lnTo>
                    <a:lnTo>
                      <a:pt x="4317" y="381"/>
                    </a:lnTo>
                    <a:lnTo>
                      <a:pt x="4202" y="386"/>
                    </a:lnTo>
                    <a:lnTo>
                      <a:pt x="4084" y="391"/>
                    </a:lnTo>
                    <a:lnTo>
                      <a:pt x="3962" y="395"/>
                    </a:lnTo>
                    <a:lnTo>
                      <a:pt x="3838" y="400"/>
                    </a:lnTo>
                    <a:lnTo>
                      <a:pt x="3710" y="403"/>
                    </a:lnTo>
                    <a:lnTo>
                      <a:pt x="3580" y="406"/>
                    </a:lnTo>
                    <a:lnTo>
                      <a:pt x="3446" y="409"/>
                    </a:lnTo>
                    <a:lnTo>
                      <a:pt x="3311" y="411"/>
                    </a:lnTo>
                    <a:lnTo>
                      <a:pt x="3173" y="413"/>
                    </a:lnTo>
                    <a:lnTo>
                      <a:pt x="3033" y="414"/>
                    </a:lnTo>
                    <a:lnTo>
                      <a:pt x="2890" y="414"/>
                    </a:lnTo>
                    <a:lnTo>
                      <a:pt x="2746" y="414"/>
                    </a:lnTo>
                    <a:lnTo>
                      <a:pt x="2603" y="414"/>
                    </a:lnTo>
                    <a:lnTo>
                      <a:pt x="2461" y="413"/>
                    </a:lnTo>
                    <a:lnTo>
                      <a:pt x="2321" y="412"/>
                    </a:lnTo>
                    <a:lnTo>
                      <a:pt x="2184" y="410"/>
                    </a:lnTo>
                    <a:lnTo>
                      <a:pt x="2049" y="407"/>
                    </a:lnTo>
                    <a:lnTo>
                      <a:pt x="1917" y="404"/>
                    </a:lnTo>
                    <a:lnTo>
                      <a:pt x="1788" y="401"/>
                    </a:lnTo>
                    <a:lnTo>
                      <a:pt x="1662" y="396"/>
                    </a:lnTo>
                    <a:lnTo>
                      <a:pt x="1539" y="392"/>
                    </a:lnTo>
                    <a:lnTo>
                      <a:pt x="1419" y="387"/>
                    </a:lnTo>
                    <a:lnTo>
                      <a:pt x="1304" y="382"/>
                    </a:lnTo>
                    <a:lnTo>
                      <a:pt x="1192" y="377"/>
                    </a:lnTo>
                    <a:lnTo>
                      <a:pt x="1083" y="371"/>
                    </a:lnTo>
                    <a:lnTo>
                      <a:pt x="979" y="365"/>
                    </a:lnTo>
                    <a:lnTo>
                      <a:pt x="879" y="358"/>
                    </a:lnTo>
                    <a:lnTo>
                      <a:pt x="785" y="351"/>
                    </a:lnTo>
                    <a:lnTo>
                      <a:pt x="693" y="344"/>
                    </a:lnTo>
                    <a:lnTo>
                      <a:pt x="607" y="337"/>
                    </a:lnTo>
                    <a:lnTo>
                      <a:pt x="526" y="328"/>
                    </a:lnTo>
                    <a:lnTo>
                      <a:pt x="450" y="320"/>
                    </a:lnTo>
                    <a:lnTo>
                      <a:pt x="379" y="312"/>
                    </a:lnTo>
                    <a:lnTo>
                      <a:pt x="315" y="303"/>
                    </a:lnTo>
                    <a:lnTo>
                      <a:pt x="255" y="293"/>
                    </a:lnTo>
                    <a:lnTo>
                      <a:pt x="201" y="284"/>
                    </a:lnTo>
                    <a:lnTo>
                      <a:pt x="153" y="275"/>
                    </a:lnTo>
                    <a:lnTo>
                      <a:pt x="111" y="266"/>
                    </a:lnTo>
                    <a:lnTo>
                      <a:pt x="75" y="255"/>
                    </a:lnTo>
                    <a:lnTo>
                      <a:pt x="47" y="245"/>
                    </a:lnTo>
                    <a:lnTo>
                      <a:pt x="25" y="235"/>
                    </a:lnTo>
                    <a:lnTo>
                      <a:pt x="9" y="224"/>
                    </a:lnTo>
                    <a:lnTo>
                      <a:pt x="1" y="214"/>
                    </a:lnTo>
                    <a:lnTo>
                      <a:pt x="0" y="204"/>
                    </a:lnTo>
                    <a:lnTo>
                      <a:pt x="6" y="192"/>
                    </a:lnTo>
                    <a:lnTo>
                      <a:pt x="20" y="182"/>
                    </a:lnTo>
                    <a:lnTo>
                      <a:pt x="39" y="172"/>
                    </a:lnTo>
                    <a:lnTo>
                      <a:pt x="66" y="162"/>
                    </a:lnTo>
                    <a:lnTo>
                      <a:pt x="100" y="152"/>
                    </a:lnTo>
                    <a:lnTo>
                      <a:pt x="140" y="142"/>
                    </a:lnTo>
                    <a:lnTo>
                      <a:pt x="187" y="133"/>
                    </a:lnTo>
                    <a:lnTo>
                      <a:pt x="238" y="123"/>
                    </a:lnTo>
                    <a:lnTo>
                      <a:pt x="297" y="114"/>
                    </a:lnTo>
                    <a:lnTo>
                      <a:pt x="361" y="105"/>
                    </a:lnTo>
                    <a:lnTo>
                      <a:pt x="430" y="97"/>
                    </a:lnTo>
                    <a:lnTo>
                      <a:pt x="504" y="88"/>
                    </a:lnTo>
                    <a:lnTo>
                      <a:pt x="585" y="80"/>
                    </a:lnTo>
                    <a:lnTo>
                      <a:pt x="669" y="73"/>
                    </a:lnTo>
                    <a:lnTo>
                      <a:pt x="759" y="65"/>
                    </a:lnTo>
                    <a:lnTo>
                      <a:pt x="854" y="59"/>
                    </a:lnTo>
                    <a:lnTo>
                      <a:pt x="952" y="51"/>
                    </a:lnTo>
                    <a:lnTo>
                      <a:pt x="1055" y="45"/>
                    </a:lnTo>
                    <a:lnTo>
                      <a:pt x="1162" y="39"/>
                    </a:lnTo>
                    <a:lnTo>
                      <a:pt x="1273" y="33"/>
                    </a:lnTo>
                    <a:lnTo>
                      <a:pt x="1388" y="28"/>
                    </a:lnTo>
                    <a:lnTo>
                      <a:pt x="1506" y="24"/>
                    </a:lnTo>
                    <a:lnTo>
                      <a:pt x="1628" y="18"/>
                    </a:lnTo>
                    <a:lnTo>
                      <a:pt x="1752" y="15"/>
                    </a:lnTo>
                    <a:lnTo>
                      <a:pt x="1880" y="11"/>
                    </a:lnTo>
                    <a:lnTo>
                      <a:pt x="2010" y="8"/>
                    </a:lnTo>
                    <a:lnTo>
                      <a:pt x="2144" y="6"/>
                    </a:lnTo>
                    <a:lnTo>
                      <a:pt x="2279" y="3"/>
                    </a:lnTo>
                    <a:lnTo>
                      <a:pt x="2417" y="2"/>
                    </a:lnTo>
                    <a:lnTo>
                      <a:pt x="2557" y="1"/>
                    </a:lnTo>
                    <a:lnTo>
                      <a:pt x="2700" y="0"/>
                    </a:lnTo>
                    <a:lnTo>
                      <a:pt x="2844" y="0"/>
                    </a:lnTo>
                    <a:lnTo>
                      <a:pt x="2987" y="1"/>
                    </a:lnTo>
                    <a:lnTo>
                      <a:pt x="3129" y="1"/>
                    </a:lnTo>
                    <a:lnTo>
                      <a:pt x="3269" y="3"/>
                    </a:lnTo>
                    <a:lnTo>
                      <a:pt x="3406" y="5"/>
                    </a:lnTo>
                    <a:lnTo>
                      <a:pt x="3541" y="7"/>
                    </a:lnTo>
                    <a:lnTo>
                      <a:pt x="3673" y="10"/>
                    </a:lnTo>
                    <a:lnTo>
                      <a:pt x="3802" y="13"/>
                    </a:lnTo>
                    <a:lnTo>
                      <a:pt x="3928" y="17"/>
                    </a:lnTo>
                    <a:lnTo>
                      <a:pt x="4051" y="21"/>
                    </a:lnTo>
                    <a:lnTo>
                      <a:pt x="4171" y="27"/>
                    </a:lnTo>
                    <a:lnTo>
                      <a:pt x="4286" y="32"/>
                    </a:lnTo>
                    <a:lnTo>
                      <a:pt x="4398" y="37"/>
                    </a:lnTo>
                    <a:lnTo>
                      <a:pt x="4507" y="43"/>
                    </a:lnTo>
                    <a:lnTo>
                      <a:pt x="4611" y="49"/>
                    </a:lnTo>
                    <a:lnTo>
                      <a:pt x="4711" y="57"/>
                    </a:lnTo>
                    <a:lnTo>
                      <a:pt x="4805" y="63"/>
                    </a:lnTo>
                    <a:lnTo>
                      <a:pt x="4897" y="71"/>
                    </a:lnTo>
                    <a:lnTo>
                      <a:pt x="4983" y="78"/>
                    </a:lnTo>
                    <a:lnTo>
                      <a:pt x="5064" y="86"/>
                    </a:lnTo>
                    <a:lnTo>
                      <a:pt x="5140" y="95"/>
                    </a:lnTo>
                    <a:lnTo>
                      <a:pt x="5211" y="103"/>
                    </a:lnTo>
                    <a:lnTo>
                      <a:pt x="5275" y="111"/>
                    </a:lnTo>
                    <a:lnTo>
                      <a:pt x="5335" y="120"/>
                    </a:lnTo>
                    <a:lnTo>
                      <a:pt x="5390" y="130"/>
                    </a:lnTo>
                    <a:lnTo>
                      <a:pt x="5437" y="139"/>
                    </a:lnTo>
                    <a:lnTo>
                      <a:pt x="5479" y="149"/>
                    </a:lnTo>
                    <a:lnTo>
                      <a:pt x="5515" y="158"/>
                    </a:lnTo>
                    <a:lnTo>
                      <a:pt x="5543" y="169"/>
                    </a:lnTo>
                    <a:lnTo>
                      <a:pt x="5565" y="179"/>
                    </a:lnTo>
                    <a:lnTo>
                      <a:pt x="5581" y="189"/>
                    </a:lnTo>
                    <a:lnTo>
                      <a:pt x="5589" y="200"/>
                    </a:lnTo>
                    <a:lnTo>
                      <a:pt x="5590" y="2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7" name="Freeform 9">
                <a:extLst>
                  <a:ext uri="{FF2B5EF4-FFF2-40B4-BE49-F238E27FC236}">
                    <a16:creationId xmlns:a16="http://schemas.microsoft.com/office/drawing/2014/main" id="{39C3DA7A-3EE0-484E-A095-B5AC4F3EA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6275" y="5706883"/>
                <a:ext cx="679450" cy="671513"/>
              </a:xfrm>
              <a:custGeom>
                <a:avLst/>
                <a:gdLst>
                  <a:gd name="T0" fmla="*/ 2567 w 2574"/>
                  <a:gd name="T1" fmla="*/ 84 h 2537"/>
                  <a:gd name="T2" fmla="*/ 2547 w 2574"/>
                  <a:gd name="T3" fmla="*/ 75 h 2537"/>
                  <a:gd name="T4" fmla="*/ 2516 w 2574"/>
                  <a:gd name="T5" fmla="*/ 67 h 2537"/>
                  <a:gd name="T6" fmla="*/ 2478 w 2574"/>
                  <a:gd name="T7" fmla="*/ 59 h 2537"/>
                  <a:gd name="T8" fmla="*/ 2429 w 2574"/>
                  <a:gd name="T9" fmla="*/ 51 h 2537"/>
                  <a:gd name="T10" fmla="*/ 2390 w 2574"/>
                  <a:gd name="T11" fmla="*/ 46 h 2537"/>
                  <a:gd name="T12" fmla="*/ 2359 w 2574"/>
                  <a:gd name="T13" fmla="*/ 42 h 2537"/>
                  <a:gd name="T14" fmla="*/ 2307 w 2574"/>
                  <a:gd name="T15" fmla="*/ 37 h 2537"/>
                  <a:gd name="T16" fmla="*/ 2263 w 2574"/>
                  <a:gd name="T17" fmla="*/ 33 h 2537"/>
                  <a:gd name="T18" fmla="*/ 2230 w 2574"/>
                  <a:gd name="T19" fmla="*/ 30 h 2537"/>
                  <a:gd name="T20" fmla="*/ 2187 w 2574"/>
                  <a:gd name="T21" fmla="*/ 27 h 2537"/>
                  <a:gd name="T22" fmla="*/ 2137 w 2574"/>
                  <a:gd name="T23" fmla="*/ 23 h 2537"/>
                  <a:gd name="T24" fmla="*/ 2088 w 2574"/>
                  <a:gd name="T25" fmla="*/ 20 h 2537"/>
                  <a:gd name="T26" fmla="*/ 2036 w 2574"/>
                  <a:gd name="T27" fmla="*/ 17 h 2537"/>
                  <a:gd name="T28" fmla="*/ 1984 w 2574"/>
                  <a:gd name="T29" fmla="*/ 15 h 2537"/>
                  <a:gd name="T30" fmla="*/ 1933 w 2574"/>
                  <a:gd name="T31" fmla="*/ 12 h 2537"/>
                  <a:gd name="T32" fmla="*/ 1882 w 2574"/>
                  <a:gd name="T33" fmla="*/ 10 h 2537"/>
                  <a:gd name="T34" fmla="*/ 1828 w 2574"/>
                  <a:gd name="T35" fmla="*/ 8 h 2537"/>
                  <a:gd name="T36" fmla="*/ 1783 w 2574"/>
                  <a:gd name="T37" fmla="*/ 7 h 2537"/>
                  <a:gd name="T38" fmla="*/ 1745 w 2574"/>
                  <a:gd name="T39" fmla="*/ 6 h 2537"/>
                  <a:gd name="T40" fmla="*/ 1696 w 2574"/>
                  <a:gd name="T41" fmla="*/ 5 h 2537"/>
                  <a:gd name="T42" fmla="*/ 1649 w 2574"/>
                  <a:gd name="T43" fmla="*/ 4 h 2537"/>
                  <a:gd name="T44" fmla="*/ 1606 w 2574"/>
                  <a:gd name="T45" fmla="*/ 3 h 2537"/>
                  <a:gd name="T46" fmla="*/ 1567 w 2574"/>
                  <a:gd name="T47" fmla="*/ 2 h 2537"/>
                  <a:gd name="T48" fmla="*/ 1524 w 2574"/>
                  <a:gd name="T49" fmla="*/ 1 h 2537"/>
                  <a:gd name="T50" fmla="*/ 1454 w 2574"/>
                  <a:gd name="T51" fmla="*/ 1 h 2537"/>
                  <a:gd name="T52" fmla="*/ 1403 w 2574"/>
                  <a:gd name="T53" fmla="*/ 0 h 2537"/>
                  <a:gd name="T54" fmla="*/ 1362 w 2574"/>
                  <a:gd name="T55" fmla="*/ 0 h 2537"/>
                  <a:gd name="T56" fmla="*/ 1310 w 2574"/>
                  <a:gd name="T57" fmla="*/ 0 h 2537"/>
                  <a:gd name="T58" fmla="*/ 1262 w 2574"/>
                  <a:gd name="T59" fmla="*/ 0 h 2537"/>
                  <a:gd name="T60" fmla="*/ 1235 w 2574"/>
                  <a:gd name="T61" fmla="*/ 0 h 2537"/>
                  <a:gd name="T62" fmla="*/ 1190 w 2574"/>
                  <a:gd name="T63" fmla="*/ 0 h 2537"/>
                  <a:gd name="T64" fmla="*/ 1158 w 2574"/>
                  <a:gd name="T65" fmla="*/ 0 h 2537"/>
                  <a:gd name="T66" fmla="*/ 1113 w 2574"/>
                  <a:gd name="T67" fmla="*/ 1 h 2537"/>
                  <a:gd name="T68" fmla="*/ 1073 w 2574"/>
                  <a:gd name="T69" fmla="*/ 1 h 2537"/>
                  <a:gd name="T70" fmla="*/ 999 w 2574"/>
                  <a:gd name="T71" fmla="*/ 2 h 2537"/>
                  <a:gd name="T72" fmla="*/ 896 w 2574"/>
                  <a:gd name="T73" fmla="*/ 4 h 2537"/>
                  <a:gd name="T74" fmla="*/ 862 w 2574"/>
                  <a:gd name="T75" fmla="*/ 5 h 2537"/>
                  <a:gd name="T76" fmla="*/ 822 w 2574"/>
                  <a:gd name="T77" fmla="*/ 6 h 2537"/>
                  <a:gd name="T78" fmla="*/ 789 w 2574"/>
                  <a:gd name="T79" fmla="*/ 7 h 2537"/>
                  <a:gd name="T80" fmla="*/ 737 w 2574"/>
                  <a:gd name="T81" fmla="*/ 9 h 2537"/>
                  <a:gd name="T82" fmla="*/ 694 w 2574"/>
                  <a:gd name="T83" fmla="*/ 10 h 2537"/>
                  <a:gd name="T84" fmla="*/ 651 w 2574"/>
                  <a:gd name="T85" fmla="*/ 12 h 2537"/>
                  <a:gd name="T86" fmla="*/ 588 w 2574"/>
                  <a:gd name="T87" fmla="*/ 15 h 2537"/>
                  <a:gd name="T88" fmla="*/ 535 w 2574"/>
                  <a:gd name="T89" fmla="*/ 17 h 2537"/>
                  <a:gd name="T90" fmla="*/ 491 w 2574"/>
                  <a:gd name="T91" fmla="*/ 20 h 2537"/>
                  <a:gd name="T92" fmla="*/ 457 w 2574"/>
                  <a:gd name="T93" fmla="*/ 22 h 2537"/>
                  <a:gd name="T94" fmla="*/ 430 w 2574"/>
                  <a:gd name="T95" fmla="*/ 23 h 2537"/>
                  <a:gd name="T96" fmla="*/ 384 w 2574"/>
                  <a:gd name="T97" fmla="*/ 27 h 2537"/>
                  <a:gd name="T98" fmla="*/ 345 w 2574"/>
                  <a:gd name="T99" fmla="*/ 30 h 2537"/>
                  <a:gd name="T100" fmla="*/ 314 w 2574"/>
                  <a:gd name="T101" fmla="*/ 33 h 2537"/>
                  <a:gd name="T102" fmla="*/ 277 w 2574"/>
                  <a:gd name="T103" fmla="*/ 36 h 2537"/>
                  <a:gd name="T104" fmla="*/ 236 w 2574"/>
                  <a:gd name="T105" fmla="*/ 40 h 2537"/>
                  <a:gd name="T106" fmla="*/ 94 w 2574"/>
                  <a:gd name="T107" fmla="*/ 60 h 2537"/>
                  <a:gd name="T108" fmla="*/ 73 w 2574"/>
                  <a:gd name="T109" fmla="*/ 63 h 2537"/>
                  <a:gd name="T110" fmla="*/ 55 w 2574"/>
                  <a:gd name="T111" fmla="*/ 68 h 2537"/>
                  <a:gd name="T112" fmla="*/ 39 w 2574"/>
                  <a:gd name="T113" fmla="*/ 72 h 2537"/>
                  <a:gd name="T114" fmla="*/ 26 w 2574"/>
                  <a:gd name="T115" fmla="*/ 76 h 2537"/>
                  <a:gd name="T116" fmla="*/ 16 w 2574"/>
                  <a:gd name="T117" fmla="*/ 80 h 2537"/>
                  <a:gd name="T118" fmla="*/ 7 w 2574"/>
                  <a:gd name="T119" fmla="*/ 84 h 2537"/>
                  <a:gd name="T120" fmla="*/ 2 w 2574"/>
                  <a:gd name="T121" fmla="*/ 89 h 2537"/>
                  <a:gd name="T122" fmla="*/ 0 w 2574"/>
                  <a:gd name="T123" fmla="*/ 97 h 2537"/>
                  <a:gd name="T124" fmla="*/ 2574 w 2574"/>
                  <a:gd name="T125" fmla="*/ 94 h 2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574" h="2537">
                    <a:moveTo>
                      <a:pt x="2573" y="91"/>
                    </a:moveTo>
                    <a:lnTo>
                      <a:pt x="2573" y="90"/>
                    </a:lnTo>
                    <a:lnTo>
                      <a:pt x="2572" y="89"/>
                    </a:lnTo>
                    <a:lnTo>
                      <a:pt x="2570" y="87"/>
                    </a:lnTo>
                    <a:lnTo>
                      <a:pt x="2568" y="85"/>
                    </a:lnTo>
                    <a:lnTo>
                      <a:pt x="2567" y="84"/>
                    </a:lnTo>
                    <a:lnTo>
                      <a:pt x="2565" y="83"/>
                    </a:lnTo>
                    <a:lnTo>
                      <a:pt x="2562" y="81"/>
                    </a:lnTo>
                    <a:lnTo>
                      <a:pt x="2557" y="79"/>
                    </a:lnTo>
                    <a:lnTo>
                      <a:pt x="2555" y="79"/>
                    </a:lnTo>
                    <a:lnTo>
                      <a:pt x="2554" y="78"/>
                    </a:lnTo>
                    <a:lnTo>
                      <a:pt x="2547" y="75"/>
                    </a:lnTo>
                    <a:lnTo>
                      <a:pt x="2539" y="73"/>
                    </a:lnTo>
                    <a:lnTo>
                      <a:pt x="2538" y="72"/>
                    </a:lnTo>
                    <a:lnTo>
                      <a:pt x="2537" y="72"/>
                    </a:lnTo>
                    <a:lnTo>
                      <a:pt x="2529" y="70"/>
                    </a:lnTo>
                    <a:lnTo>
                      <a:pt x="2519" y="68"/>
                    </a:lnTo>
                    <a:lnTo>
                      <a:pt x="2516" y="67"/>
                    </a:lnTo>
                    <a:lnTo>
                      <a:pt x="2512" y="66"/>
                    </a:lnTo>
                    <a:lnTo>
                      <a:pt x="2505" y="64"/>
                    </a:lnTo>
                    <a:lnTo>
                      <a:pt x="2497" y="63"/>
                    </a:lnTo>
                    <a:lnTo>
                      <a:pt x="2492" y="62"/>
                    </a:lnTo>
                    <a:lnTo>
                      <a:pt x="2487" y="61"/>
                    </a:lnTo>
                    <a:lnTo>
                      <a:pt x="2478" y="59"/>
                    </a:lnTo>
                    <a:lnTo>
                      <a:pt x="2469" y="57"/>
                    </a:lnTo>
                    <a:lnTo>
                      <a:pt x="2464" y="56"/>
                    </a:lnTo>
                    <a:lnTo>
                      <a:pt x="2459" y="55"/>
                    </a:lnTo>
                    <a:lnTo>
                      <a:pt x="2444" y="53"/>
                    </a:lnTo>
                    <a:lnTo>
                      <a:pt x="2429" y="51"/>
                    </a:lnTo>
                    <a:lnTo>
                      <a:pt x="2429" y="51"/>
                    </a:lnTo>
                    <a:lnTo>
                      <a:pt x="2428" y="50"/>
                    </a:lnTo>
                    <a:lnTo>
                      <a:pt x="2419" y="49"/>
                    </a:lnTo>
                    <a:lnTo>
                      <a:pt x="2411" y="48"/>
                    </a:lnTo>
                    <a:lnTo>
                      <a:pt x="2405" y="47"/>
                    </a:lnTo>
                    <a:lnTo>
                      <a:pt x="2398" y="47"/>
                    </a:lnTo>
                    <a:lnTo>
                      <a:pt x="2390" y="46"/>
                    </a:lnTo>
                    <a:lnTo>
                      <a:pt x="2382" y="45"/>
                    </a:lnTo>
                    <a:lnTo>
                      <a:pt x="2373" y="44"/>
                    </a:lnTo>
                    <a:lnTo>
                      <a:pt x="2365" y="43"/>
                    </a:lnTo>
                    <a:lnTo>
                      <a:pt x="2363" y="43"/>
                    </a:lnTo>
                    <a:lnTo>
                      <a:pt x="2362" y="42"/>
                    </a:lnTo>
                    <a:lnTo>
                      <a:pt x="2359" y="42"/>
                    </a:lnTo>
                    <a:lnTo>
                      <a:pt x="2356" y="42"/>
                    </a:lnTo>
                    <a:lnTo>
                      <a:pt x="2346" y="41"/>
                    </a:lnTo>
                    <a:lnTo>
                      <a:pt x="2334" y="40"/>
                    </a:lnTo>
                    <a:lnTo>
                      <a:pt x="2322" y="38"/>
                    </a:lnTo>
                    <a:lnTo>
                      <a:pt x="2310" y="37"/>
                    </a:lnTo>
                    <a:lnTo>
                      <a:pt x="2307" y="37"/>
                    </a:lnTo>
                    <a:lnTo>
                      <a:pt x="2303" y="37"/>
                    </a:lnTo>
                    <a:lnTo>
                      <a:pt x="2301" y="36"/>
                    </a:lnTo>
                    <a:lnTo>
                      <a:pt x="2299" y="36"/>
                    </a:lnTo>
                    <a:lnTo>
                      <a:pt x="2287" y="35"/>
                    </a:lnTo>
                    <a:lnTo>
                      <a:pt x="2275" y="34"/>
                    </a:lnTo>
                    <a:lnTo>
                      <a:pt x="2263" y="33"/>
                    </a:lnTo>
                    <a:lnTo>
                      <a:pt x="2250" y="32"/>
                    </a:lnTo>
                    <a:lnTo>
                      <a:pt x="2249" y="32"/>
                    </a:lnTo>
                    <a:lnTo>
                      <a:pt x="2248" y="32"/>
                    </a:lnTo>
                    <a:lnTo>
                      <a:pt x="2243" y="31"/>
                    </a:lnTo>
                    <a:lnTo>
                      <a:pt x="2238" y="31"/>
                    </a:lnTo>
                    <a:lnTo>
                      <a:pt x="2230" y="30"/>
                    </a:lnTo>
                    <a:lnTo>
                      <a:pt x="2220" y="30"/>
                    </a:lnTo>
                    <a:lnTo>
                      <a:pt x="2212" y="29"/>
                    </a:lnTo>
                    <a:lnTo>
                      <a:pt x="2204" y="28"/>
                    </a:lnTo>
                    <a:lnTo>
                      <a:pt x="2199" y="28"/>
                    </a:lnTo>
                    <a:lnTo>
                      <a:pt x="2195" y="28"/>
                    </a:lnTo>
                    <a:lnTo>
                      <a:pt x="2187" y="27"/>
                    </a:lnTo>
                    <a:lnTo>
                      <a:pt x="2180" y="27"/>
                    </a:lnTo>
                    <a:lnTo>
                      <a:pt x="2169" y="26"/>
                    </a:lnTo>
                    <a:lnTo>
                      <a:pt x="2156" y="25"/>
                    </a:lnTo>
                    <a:lnTo>
                      <a:pt x="2149" y="25"/>
                    </a:lnTo>
                    <a:lnTo>
                      <a:pt x="2142" y="23"/>
                    </a:lnTo>
                    <a:lnTo>
                      <a:pt x="2137" y="23"/>
                    </a:lnTo>
                    <a:lnTo>
                      <a:pt x="2131" y="22"/>
                    </a:lnTo>
                    <a:lnTo>
                      <a:pt x="2118" y="22"/>
                    </a:lnTo>
                    <a:lnTo>
                      <a:pt x="2105" y="21"/>
                    </a:lnTo>
                    <a:lnTo>
                      <a:pt x="2099" y="21"/>
                    </a:lnTo>
                    <a:lnTo>
                      <a:pt x="2091" y="20"/>
                    </a:lnTo>
                    <a:lnTo>
                      <a:pt x="2088" y="20"/>
                    </a:lnTo>
                    <a:lnTo>
                      <a:pt x="2084" y="20"/>
                    </a:lnTo>
                    <a:lnTo>
                      <a:pt x="2072" y="19"/>
                    </a:lnTo>
                    <a:lnTo>
                      <a:pt x="2061" y="18"/>
                    </a:lnTo>
                    <a:lnTo>
                      <a:pt x="2050" y="18"/>
                    </a:lnTo>
                    <a:lnTo>
                      <a:pt x="2041" y="17"/>
                    </a:lnTo>
                    <a:lnTo>
                      <a:pt x="2036" y="17"/>
                    </a:lnTo>
                    <a:lnTo>
                      <a:pt x="2030" y="17"/>
                    </a:lnTo>
                    <a:lnTo>
                      <a:pt x="2021" y="16"/>
                    </a:lnTo>
                    <a:lnTo>
                      <a:pt x="2013" y="16"/>
                    </a:lnTo>
                    <a:lnTo>
                      <a:pt x="2002" y="15"/>
                    </a:lnTo>
                    <a:lnTo>
                      <a:pt x="1990" y="15"/>
                    </a:lnTo>
                    <a:lnTo>
                      <a:pt x="1984" y="15"/>
                    </a:lnTo>
                    <a:lnTo>
                      <a:pt x="1979" y="14"/>
                    </a:lnTo>
                    <a:lnTo>
                      <a:pt x="1972" y="14"/>
                    </a:lnTo>
                    <a:lnTo>
                      <a:pt x="1964" y="14"/>
                    </a:lnTo>
                    <a:lnTo>
                      <a:pt x="1952" y="13"/>
                    </a:lnTo>
                    <a:lnTo>
                      <a:pt x="1940" y="13"/>
                    </a:lnTo>
                    <a:lnTo>
                      <a:pt x="1933" y="12"/>
                    </a:lnTo>
                    <a:lnTo>
                      <a:pt x="1926" y="12"/>
                    </a:lnTo>
                    <a:lnTo>
                      <a:pt x="1917" y="12"/>
                    </a:lnTo>
                    <a:lnTo>
                      <a:pt x="1909" y="11"/>
                    </a:lnTo>
                    <a:lnTo>
                      <a:pt x="1900" y="11"/>
                    </a:lnTo>
                    <a:lnTo>
                      <a:pt x="1889" y="11"/>
                    </a:lnTo>
                    <a:lnTo>
                      <a:pt x="1882" y="10"/>
                    </a:lnTo>
                    <a:lnTo>
                      <a:pt x="1875" y="10"/>
                    </a:lnTo>
                    <a:lnTo>
                      <a:pt x="1866" y="10"/>
                    </a:lnTo>
                    <a:lnTo>
                      <a:pt x="1855" y="9"/>
                    </a:lnTo>
                    <a:lnTo>
                      <a:pt x="1847" y="9"/>
                    </a:lnTo>
                    <a:lnTo>
                      <a:pt x="1840" y="9"/>
                    </a:lnTo>
                    <a:lnTo>
                      <a:pt x="1828" y="8"/>
                    </a:lnTo>
                    <a:lnTo>
                      <a:pt x="1816" y="8"/>
                    </a:lnTo>
                    <a:lnTo>
                      <a:pt x="1810" y="8"/>
                    </a:lnTo>
                    <a:lnTo>
                      <a:pt x="1805" y="8"/>
                    </a:lnTo>
                    <a:lnTo>
                      <a:pt x="1798" y="7"/>
                    </a:lnTo>
                    <a:lnTo>
                      <a:pt x="1791" y="7"/>
                    </a:lnTo>
                    <a:lnTo>
                      <a:pt x="1783" y="7"/>
                    </a:lnTo>
                    <a:lnTo>
                      <a:pt x="1775" y="7"/>
                    </a:lnTo>
                    <a:lnTo>
                      <a:pt x="1767" y="6"/>
                    </a:lnTo>
                    <a:lnTo>
                      <a:pt x="1760" y="6"/>
                    </a:lnTo>
                    <a:lnTo>
                      <a:pt x="1753" y="6"/>
                    </a:lnTo>
                    <a:lnTo>
                      <a:pt x="1747" y="6"/>
                    </a:lnTo>
                    <a:lnTo>
                      <a:pt x="1745" y="6"/>
                    </a:lnTo>
                    <a:lnTo>
                      <a:pt x="1743" y="6"/>
                    </a:lnTo>
                    <a:lnTo>
                      <a:pt x="1732" y="5"/>
                    </a:lnTo>
                    <a:lnTo>
                      <a:pt x="1720" y="5"/>
                    </a:lnTo>
                    <a:lnTo>
                      <a:pt x="1709" y="5"/>
                    </a:lnTo>
                    <a:lnTo>
                      <a:pt x="1698" y="5"/>
                    </a:lnTo>
                    <a:lnTo>
                      <a:pt x="1696" y="5"/>
                    </a:lnTo>
                    <a:lnTo>
                      <a:pt x="1695" y="5"/>
                    </a:lnTo>
                    <a:lnTo>
                      <a:pt x="1687" y="4"/>
                    </a:lnTo>
                    <a:lnTo>
                      <a:pt x="1681" y="4"/>
                    </a:lnTo>
                    <a:lnTo>
                      <a:pt x="1669" y="4"/>
                    </a:lnTo>
                    <a:lnTo>
                      <a:pt x="1655" y="4"/>
                    </a:lnTo>
                    <a:lnTo>
                      <a:pt x="1649" y="4"/>
                    </a:lnTo>
                    <a:lnTo>
                      <a:pt x="1642" y="3"/>
                    </a:lnTo>
                    <a:lnTo>
                      <a:pt x="1632" y="3"/>
                    </a:lnTo>
                    <a:lnTo>
                      <a:pt x="1620" y="3"/>
                    </a:lnTo>
                    <a:lnTo>
                      <a:pt x="1617" y="3"/>
                    </a:lnTo>
                    <a:lnTo>
                      <a:pt x="1614" y="3"/>
                    </a:lnTo>
                    <a:lnTo>
                      <a:pt x="1606" y="3"/>
                    </a:lnTo>
                    <a:lnTo>
                      <a:pt x="1598" y="3"/>
                    </a:lnTo>
                    <a:lnTo>
                      <a:pt x="1590" y="2"/>
                    </a:lnTo>
                    <a:lnTo>
                      <a:pt x="1581" y="2"/>
                    </a:lnTo>
                    <a:lnTo>
                      <a:pt x="1576" y="2"/>
                    </a:lnTo>
                    <a:lnTo>
                      <a:pt x="1571" y="2"/>
                    </a:lnTo>
                    <a:lnTo>
                      <a:pt x="1567" y="2"/>
                    </a:lnTo>
                    <a:lnTo>
                      <a:pt x="1564" y="2"/>
                    </a:lnTo>
                    <a:lnTo>
                      <a:pt x="1556" y="2"/>
                    </a:lnTo>
                    <a:lnTo>
                      <a:pt x="1547" y="2"/>
                    </a:lnTo>
                    <a:lnTo>
                      <a:pt x="1540" y="2"/>
                    </a:lnTo>
                    <a:lnTo>
                      <a:pt x="1532" y="1"/>
                    </a:lnTo>
                    <a:lnTo>
                      <a:pt x="1524" y="1"/>
                    </a:lnTo>
                    <a:lnTo>
                      <a:pt x="1515" y="1"/>
                    </a:lnTo>
                    <a:lnTo>
                      <a:pt x="1502" y="1"/>
                    </a:lnTo>
                    <a:lnTo>
                      <a:pt x="1490" y="1"/>
                    </a:lnTo>
                    <a:lnTo>
                      <a:pt x="1477" y="1"/>
                    </a:lnTo>
                    <a:lnTo>
                      <a:pt x="1465" y="1"/>
                    </a:lnTo>
                    <a:lnTo>
                      <a:pt x="1454" y="1"/>
                    </a:lnTo>
                    <a:lnTo>
                      <a:pt x="1444" y="0"/>
                    </a:lnTo>
                    <a:lnTo>
                      <a:pt x="1440" y="0"/>
                    </a:lnTo>
                    <a:lnTo>
                      <a:pt x="1436" y="0"/>
                    </a:lnTo>
                    <a:lnTo>
                      <a:pt x="1425" y="0"/>
                    </a:lnTo>
                    <a:lnTo>
                      <a:pt x="1413" y="0"/>
                    </a:lnTo>
                    <a:lnTo>
                      <a:pt x="1403" y="0"/>
                    </a:lnTo>
                    <a:lnTo>
                      <a:pt x="1393" y="0"/>
                    </a:lnTo>
                    <a:lnTo>
                      <a:pt x="1385" y="0"/>
                    </a:lnTo>
                    <a:lnTo>
                      <a:pt x="1379" y="0"/>
                    </a:lnTo>
                    <a:lnTo>
                      <a:pt x="1375" y="0"/>
                    </a:lnTo>
                    <a:lnTo>
                      <a:pt x="1372" y="0"/>
                    </a:lnTo>
                    <a:lnTo>
                      <a:pt x="1362" y="0"/>
                    </a:lnTo>
                    <a:lnTo>
                      <a:pt x="1351" y="0"/>
                    </a:lnTo>
                    <a:lnTo>
                      <a:pt x="1341" y="0"/>
                    </a:lnTo>
                    <a:lnTo>
                      <a:pt x="1331" y="0"/>
                    </a:lnTo>
                    <a:lnTo>
                      <a:pt x="1320" y="0"/>
                    </a:lnTo>
                    <a:lnTo>
                      <a:pt x="1310" y="0"/>
                    </a:lnTo>
                    <a:lnTo>
                      <a:pt x="1310" y="0"/>
                    </a:lnTo>
                    <a:lnTo>
                      <a:pt x="1309" y="0"/>
                    </a:lnTo>
                    <a:lnTo>
                      <a:pt x="1300" y="0"/>
                    </a:lnTo>
                    <a:lnTo>
                      <a:pt x="1291" y="0"/>
                    </a:lnTo>
                    <a:lnTo>
                      <a:pt x="1281" y="0"/>
                    </a:lnTo>
                    <a:lnTo>
                      <a:pt x="1271" y="0"/>
                    </a:lnTo>
                    <a:lnTo>
                      <a:pt x="1262" y="0"/>
                    </a:lnTo>
                    <a:lnTo>
                      <a:pt x="1252" y="0"/>
                    </a:lnTo>
                    <a:lnTo>
                      <a:pt x="1250" y="0"/>
                    </a:lnTo>
                    <a:lnTo>
                      <a:pt x="1248" y="0"/>
                    </a:lnTo>
                    <a:lnTo>
                      <a:pt x="1243" y="0"/>
                    </a:lnTo>
                    <a:lnTo>
                      <a:pt x="1237" y="0"/>
                    </a:lnTo>
                    <a:lnTo>
                      <a:pt x="1235" y="0"/>
                    </a:lnTo>
                    <a:lnTo>
                      <a:pt x="1233" y="0"/>
                    </a:lnTo>
                    <a:lnTo>
                      <a:pt x="1224" y="0"/>
                    </a:lnTo>
                    <a:lnTo>
                      <a:pt x="1213" y="0"/>
                    </a:lnTo>
                    <a:lnTo>
                      <a:pt x="1203" y="0"/>
                    </a:lnTo>
                    <a:lnTo>
                      <a:pt x="1193" y="0"/>
                    </a:lnTo>
                    <a:lnTo>
                      <a:pt x="1190" y="0"/>
                    </a:lnTo>
                    <a:lnTo>
                      <a:pt x="1185" y="0"/>
                    </a:lnTo>
                    <a:lnTo>
                      <a:pt x="1180" y="0"/>
                    </a:lnTo>
                    <a:lnTo>
                      <a:pt x="1174" y="0"/>
                    </a:lnTo>
                    <a:lnTo>
                      <a:pt x="1172" y="0"/>
                    </a:lnTo>
                    <a:lnTo>
                      <a:pt x="1169" y="0"/>
                    </a:lnTo>
                    <a:lnTo>
                      <a:pt x="1158" y="0"/>
                    </a:lnTo>
                    <a:lnTo>
                      <a:pt x="1146" y="0"/>
                    </a:lnTo>
                    <a:lnTo>
                      <a:pt x="1135" y="0"/>
                    </a:lnTo>
                    <a:lnTo>
                      <a:pt x="1123" y="1"/>
                    </a:lnTo>
                    <a:lnTo>
                      <a:pt x="1120" y="1"/>
                    </a:lnTo>
                    <a:lnTo>
                      <a:pt x="1116" y="1"/>
                    </a:lnTo>
                    <a:lnTo>
                      <a:pt x="1113" y="1"/>
                    </a:lnTo>
                    <a:lnTo>
                      <a:pt x="1111" y="1"/>
                    </a:lnTo>
                    <a:lnTo>
                      <a:pt x="1105" y="1"/>
                    </a:lnTo>
                    <a:lnTo>
                      <a:pt x="1100" y="1"/>
                    </a:lnTo>
                    <a:lnTo>
                      <a:pt x="1091" y="1"/>
                    </a:lnTo>
                    <a:lnTo>
                      <a:pt x="1081" y="1"/>
                    </a:lnTo>
                    <a:lnTo>
                      <a:pt x="1073" y="1"/>
                    </a:lnTo>
                    <a:lnTo>
                      <a:pt x="1064" y="1"/>
                    </a:lnTo>
                    <a:lnTo>
                      <a:pt x="1049" y="1"/>
                    </a:lnTo>
                    <a:lnTo>
                      <a:pt x="1034" y="2"/>
                    </a:lnTo>
                    <a:lnTo>
                      <a:pt x="1020" y="2"/>
                    </a:lnTo>
                    <a:lnTo>
                      <a:pt x="1004" y="2"/>
                    </a:lnTo>
                    <a:lnTo>
                      <a:pt x="999" y="2"/>
                    </a:lnTo>
                    <a:lnTo>
                      <a:pt x="994" y="2"/>
                    </a:lnTo>
                    <a:lnTo>
                      <a:pt x="970" y="3"/>
                    </a:lnTo>
                    <a:lnTo>
                      <a:pt x="946" y="3"/>
                    </a:lnTo>
                    <a:lnTo>
                      <a:pt x="923" y="4"/>
                    </a:lnTo>
                    <a:lnTo>
                      <a:pt x="899" y="4"/>
                    </a:lnTo>
                    <a:lnTo>
                      <a:pt x="896" y="4"/>
                    </a:lnTo>
                    <a:lnTo>
                      <a:pt x="892" y="4"/>
                    </a:lnTo>
                    <a:lnTo>
                      <a:pt x="882" y="4"/>
                    </a:lnTo>
                    <a:lnTo>
                      <a:pt x="872" y="5"/>
                    </a:lnTo>
                    <a:lnTo>
                      <a:pt x="868" y="5"/>
                    </a:lnTo>
                    <a:lnTo>
                      <a:pt x="863" y="5"/>
                    </a:lnTo>
                    <a:lnTo>
                      <a:pt x="862" y="5"/>
                    </a:lnTo>
                    <a:lnTo>
                      <a:pt x="861" y="5"/>
                    </a:lnTo>
                    <a:lnTo>
                      <a:pt x="853" y="5"/>
                    </a:lnTo>
                    <a:lnTo>
                      <a:pt x="845" y="5"/>
                    </a:lnTo>
                    <a:lnTo>
                      <a:pt x="837" y="6"/>
                    </a:lnTo>
                    <a:lnTo>
                      <a:pt x="830" y="6"/>
                    </a:lnTo>
                    <a:lnTo>
                      <a:pt x="822" y="6"/>
                    </a:lnTo>
                    <a:lnTo>
                      <a:pt x="814" y="6"/>
                    </a:lnTo>
                    <a:lnTo>
                      <a:pt x="809" y="6"/>
                    </a:lnTo>
                    <a:lnTo>
                      <a:pt x="804" y="6"/>
                    </a:lnTo>
                    <a:lnTo>
                      <a:pt x="802" y="7"/>
                    </a:lnTo>
                    <a:lnTo>
                      <a:pt x="801" y="7"/>
                    </a:lnTo>
                    <a:lnTo>
                      <a:pt x="789" y="7"/>
                    </a:lnTo>
                    <a:lnTo>
                      <a:pt x="777" y="7"/>
                    </a:lnTo>
                    <a:lnTo>
                      <a:pt x="767" y="8"/>
                    </a:lnTo>
                    <a:lnTo>
                      <a:pt x="756" y="8"/>
                    </a:lnTo>
                    <a:lnTo>
                      <a:pt x="748" y="8"/>
                    </a:lnTo>
                    <a:lnTo>
                      <a:pt x="741" y="8"/>
                    </a:lnTo>
                    <a:lnTo>
                      <a:pt x="737" y="9"/>
                    </a:lnTo>
                    <a:lnTo>
                      <a:pt x="732" y="9"/>
                    </a:lnTo>
                    <a:lnTo>
                      <a:pt x="721" y="9"/>
                    </a:lnTo>
                    <a:lnTo>
                      <a:pt x="709" y="10"/>
                    </a:lnTo>
                    <a:lnTo>
                      <a:pt x="703" y="10"/>
                    </a:lnTo>
                    <a:lnTo>
                      <a:pt x="696" y="10"/>
                    </a:lnTo>
                    <a:lnTo>
                      <a:pt x="694" y="10"/>
                    </a:lnTo>
                    <a:lnTo>
                      <a:pt x="692" y="10"/>
                    </a:lnTo>
                    <a:lnTo>
                      <a:pt x="689" y="10"/>
                    </a:lnTo>
                    <a:lnTo>
                      <a:pt x="686" y="11"/>
                    </a:lnTo>
                    <a:lnTo>
                      <a:pt x="674" y="11"/>
                    </a:lnTo>
                    <a:lnTo>
                      <a:pt x="662" y="11"/>
                    </a:lnTo>
                    <a:lnTo>
                      <a:pt x="651" y="12"/>
                    </a:lnTo>
                    <a:lnTo>
                      <a:pt x="639" y="12"/>
                    </a:lnTo>
                    <a:lnTo>
                      <a:pt x="626" y="13"/>
                    </a:lnTo>
                    <a:lnTo>
                      <a:pt x="612" y="14"/>
                    </a:lnTo>
                    <a:lnTo>
                      <a:pt x="606" y="14"/>
                    </a:lnTo>
                    <a:lnTo>
                      <a:pt x="600" y="14"/>
                    </a:lnTo>
                    <a:lnTo>
                      <a:pt x="588" y="15"/>
                    </a:lnTo>
                    <a:lnTo>
                      <a:pt x="575" y="15"/>
                    </a:lnTo>
                    <a:lnTo>
                      <a:pt x="565" y="16"/>
                    </a:lnTo>
                    <a:lnTo>
                      <a:pt x="554" y="16"/>
                    </a:lnTo>
                    <a:lnTo>
                      <a:pt x="550" y="16"/>
                    </a:lnTo>
                    <a:lnTo>
                      <a:pt x="545" y="17"/>
                    </a:lnTo>
                    <a:lnTo>
                      <a:pt x="535" y="17"/>
                    </a:lnTo>
                    <a:lnTo>
                      <a:pt x="526" y="18"/>
                    </a:lnTo>
                    <a:lnTo>
                      <a:pt x="522" y="18"/>
                    </a:lnTo>
                    <a:lnTo>
                      <a:pt x="518" y="18"/>
                    </a:lnTo>
                    <a:lnTo>
                      <a:pt x="508" y="19"/>
                    </a:lnTo>
                    <a:lnTo>
                      <a:pt x="499" y="19"/>
                    </a:lnTo>
                    <a:lnTo>
                      <a:pt x="491" y="20"/>
                    </a:lnTo>
                    <a:lnTo>
                      <a:pt x="481" y="20"/>
                    </a:lnTo>
                    <a:lnTo>
                      <a:pt x="480" y="20"/>
                    </a:lnTo>
                    <a:lnTo>
                      <a:pt x="478" y="20"/>
                    </a:lnTo>
                    <a:lnTo>
                      <a:pt x="472" y="21"/>
                    </a:lnTo>
                    <a:lnTo>
                      <a:pt x="465" y="21"/>
                    </a:lnTo>
                    <a:lnTo>
                      <a:pt x="457" y="22"/>
                    </a:lnTo>
                    <a:lnTo>
                      <a:pt x="448" y="22"/>
                    </a:lnTo>
                    <a:lnTo>
                      <a:pt x="441" y="23"/>
                    </a:lnTo>
                    <a:lnTo>
                      <a:pt x="433" y="23"/>
                    </a:lnTo>
                    <a:lnTo>
                      <a:pt x="433" y="23"/>
                    </a:lnTo>
                    <a:lnTo>
                      <a:pt x="432" y="23"/>
                    </a:lnTo>
                    <a:lnTo>
                      <a:pt x="430" y="23"/>
                    </a:lnTo>
                    <a:lnTo>
                      <a:pt x="427" y="25"/>
                    </a:lnTo>
                    <a:lnTo>
                      <a:pt x="417" y="25"/>
                    </a:lnTo>
                    <a:lnTo>
                      <a:pt x="406" y="26"/>
                    </a:lnTo>
                    <a:lnTo>
                      <a:pt x="396" y="27"/>
                    </a:lnTo>
                    <a:lnTo>
                      <a:pt x="386" y="27"/>
                    </a:lnTo>
                    <a:lnTo>
                      <a:pt x="384" y="27"/>
                    </a:lnTo>
                    <a:lnTo>
                      <a:pt x="383" y="28"/>
                    </a:lnTo>
                    <a:lnTo>
                      <a:pt x="378" y="28"/>
                    </a:lnTo>
                    <a:lnTo>
                      <a:pt x="375" y="28"/>
                    </a:lnTo>
                    <a:lnTo>
                      <a:pt x="365" y="29"/>
                    </a:lnTo>
                    <a:lnTo>
                      <a:pt x="355" y="30"/>
                    </a:lnTo>
                    <a:lnTo>
                      <a:pt x="345" y="30"/>
                    </a:lnTo>
                    <a:lnTo>
                      <a:pt x="335" y="31"/>
                    </a:lnTo>
                    <a:lnTo>
                      <a:pt x="332" y="31"/>
                    </a:lnTo>
                    <a:lnTo>
                      <a:pt x="329" y="32"/>
                    </a:lnTo>
                    <a:lnTo>
                      <a:pt x="326" y="32"/>
                    </a:lnTo>
                    <a:lnTo>
                      <a:pt x="323" y="32"/>
                    </a:lnTo>
                    <a:lnTo>
                      <a:pt x="314" y="33"/>
                    </a:lnTo>
                    <a:lnTo>
                      <a:pt x="306" y="33"/>
                    </a:lnTo>
                    <a:lnTo>
                      <a:pt x="298" y="34"/>
                    </a:lnTo>
                    <a:lnTo>
                      <a:pt x="290" y="35"/>
                    </a:lnTo>
                    <a:lnTo>
                      <a:pt x="285" y="35"/>
                    </a:lnTo>
                    <a:lnTo>
                      <a:pt x="280" y="36"/>
                    </a:lnTo>
                    <a:lnTo>
                      <a:pt x="277" y="36"/>
                    </a:lnTo>
                    <a:lnTo>
                      <a:pt x="275" y="36"/>
                    </a:lnTo>
                    <a:lnTo>
                      <a:pt x="260" y="38"/>
                    </a:lnTo>
                    <a:lnTo>
                      <a:pt x="245" y="39"/>
                    </a:lnTo>
                    <a:lnTo>
                      <a:pt x="241" y="39"/>
                    </a:lnTo>
                    <a:lnTo>
                      <a:pt x="237" y="40"/>
                    </a:lnTo>
                    <a:lnTo>
                      <a:pt x="236" y="40"/>
                    </a:lnTo>
                    <a:lnTo>
                      <a:pt x="235" y="40"/>
                    </a:lnTo>
                    <a:lnTo>
                      <a:pt x="197" y="44"/>
                    </a:lnTo>
                    <a:lnTo>
                      <a:pt x="162" y="48"/>
                    </a:lnTo>
                    <a:lnTo>
                      <a:pt x="130" y="53"/>
                    </a:lnTo>
                    <a:lnTo>
                      <a:pt x="101" y="57"/>
                    </a:lnTo>
                    <a:lnTo>
                      <a:pt x="94" y="60"/>
                    </a:lnTo>
                    <a:lnTo>
                      <a:pt x="88" y="61"/>
                    </a:lnTo>
                    <a:lnTo>
                      <a:pt x="88" y="61"/>
                    </a:lnTo>
                    <a:lnTo>
                      <a:pt x="87" y="61"/>
                    </a:lnTo>
                    <a:lnTo>
                      <a:pt x="83" y="62"/>
                    </a:lnTo>
                    <a:lnTo>
                      <a:pt x="78" y="62"/>
                    </a:lnTo>
                    <a:lnTo>
                      <a:pt x="73" y="63"/>
                    </a:lnTo>
                    <a:lnTo>
                      <a:pt x="68" y="65"/>
                    </a:lnTo>
                    <a:lnTo>
                      <a:pt x="67" y="65"/>
                    </a:lnTo>
                    <a:lnTo>
                      <a:pt x="66" y="65"/>
                    </a:lnTo>
                    <a:lnTo>
                      <a:pt x="62" y="66"/>
                    </a:lnTo>
                    <a:lnTo>
                      <a:pt x="59" y="67"/>
                    </a:lnTo>
                    <a:lnTo>
                      <a:pt x="55" y="68"/>
                    </a:lnTo>
                    <a:lnTo>
                      <a:pt x="51" y="68"/>
                    </a:lnTo>
                    <a:lnTo>
                      <a:pt x="50" y="69"/>
                    </a:lnTo>
                    <a:lnTo>
                      <a:pt x="49" y="69"/>
                    </a:lnTo>
                    <a:lnTo>
                      <a:pt x="45" y="70"/>
                    </a:lnTo>
                    <a:lnTo>
                      <a:pt x="41" y="71"/>
                    </a:lnTo>
                    <a:lnTo>
                      <a:pt x="39" y="72"/>
                    </a:lnTo>
                    <a:lnTo>
                      <a:pt x="36" y="72"/>
                    </a:lnTo>
                    <a:lnTo>
                      <a:pt x="35" y="73"/>
                    </a:lnTo>
                    <a:lnTo>
                      <a:pt x="34" y="73"/>
                    </a:lnTo>
                    <a:lnTo>
                      <a:pt x="30" y="74"/>
                    </a:lnTo>
                    <a:lnTo>
                      <a:pt x="27" y="75"/>
                    </a:lnTo>
                    <a:lnTo>
                      <a:pt x="26" y="76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2" y="78"/>
                    </a:lnTo>
                    <a:lnTo>
                      <a:pt x="19" y="79"/>
                    </a:lnTo>
                    <a:lnTo>
                      <a:pt x="17" y="80"/>
                    </a:lnTo>
                    <a:lnTo>
                      <a:pt x="16" y="80"/>
                    </a:lnTo>
                    <a:lnTo>
                      <a:pt x="14" y="81"/>
                    </a:lnTo>
                    <a:lnTo>
                      <a:pt x="12" y="81"/>
                    </a:lnTo>
                    <a:lnTo>
                      <a:pt x="11" y="82"/>
                    </a:lnTo>
                    <a:lnTo>
                      <a:pt x="9" y="83"/>
                    </a:lnTo>
                    <a:lnTo>
                      <a:pt x="7" y="84"/>
                    </a:lnTo>
                    <a:lnTo>
                      <a:pt x="7" y="84"/>
                    </a:lnTo>
                    <a:lnTo>
                      <a:pt x="6" y="85"/>
                    </a:lnTo>
                    <a:lnTo>
                      <a:pt x="5" y="86"/>
                    </a:lnTo>
                    <a:lnTo>
                      <a:pt x="4" y="86"/>
                    </a:lnTo>
                    <a:lnTo>
                      <a:pt x="3" y="88"/>
                    </a:lnTo>
                    <a:lnTo>
                      <a:pt x="2" y="89"/>
                    </a:lnTo>
                    <a:lnTo>
                      <a:pt x="2" y="89"/>
                    </a:lnTo>
                    <a:lnTo>
                      <a:pt x="1" y="89"/>
                    </a:lnTo>
                    <a:lnTo>
                      <a:pt x="0" y="9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5"/>
                    </a:lnTo>
                    <a:lnTo>
                      <a:pt x="0" y="97"/>
                    </a:lnTo>
                    <a:lnTo>
                      <a:pt x="1" y="99"/>
                    </a:lnTo>
                    <a:lnTo>
                      <a:pt x="1288" y="2537"/>
                    </a:lnTo>
                    <a:lnTo>
                      <a:pt x="2574" y="99"/>
                    </a:lnTo>
                    <a:lnTo>
                      <a:pt x="2574" y="98"/>
                    </a:lnTo>
                    <a:lnTo>
                      <a:pt x="2574" y="97"/>
                    </a:lnTo>
                    <a:lnTo>
                      <a:pt x="2574" y="94"/>
                    </a:lnTo>
                    <a:lnTo>
                      <a:pt x="2573" y="9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8" name="Freeform 10">
                <a:extLst>
                  <a:ext uri="{FF2B5EF4-FFF2-40B4-BE49-F238E27FC236}">
                    <a16:creationId xmlns:a16="http://schemas.microsoft.com/office/drawing/2014/main" id="{9052DF1F-49C4-4B81-B2AE-F7534E524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6275" y="5706883"/>
                <a:ext cx="679450" cy="50800"/>
              </a:xfrm>
              <a:custGeom>
                <a:avLst/>
                <a:gdLst>
                  <a:gd name="T0" fmla="*/ 2572 w 2574"/>
                  <a:gd name="T1" fmla="*/ 102 h 190"/>
                  <a:gd name="T2" fmla="*/ 2556 w 2574"/>
                  <a:gd name="T3" fmla="*/ 111 h 190"/>
                  <a:gd name="T4" fmla="*/ 2527 w 2574"/>
                  <a:gd name="T5" fmla="*/ 120 h 190"/>
                  <a:gd name="T6" fmla="*/ 2488 w 2574"/>
                  <a:gd name="T7" fmla="*/ 130 h 190"/>
                  <a:gd name="T8" fmla="*/ 2408 w 2574"/>
                  <a:gd name="T9" fmla="*/ 142 h 190"/>
                  <a:gd name="T10" fmla="*/ 2266 w 2574"/>
                  <a:gd name="T11" fmla="*/ 157 h 190"/>
                  <a:gd name="T12" fmla="*/ 2088 w 2574"/>
                  <a:gd name="T13" fmla="*/ 170 h 190"/>
                  <a:gd name="T14" fmla="*/ 1881 w 2574"/>
                  <a:gd name="T15" fmla="*/ 180 h 190"/>
                  <a:gd name="T16" fmla="*/ 1648 w 2574"/>
                  <a:gd name="T17" fmla="*/ 186 h 190"/>
                  <a:gd name="T18" fmla="*/ 1397 w 2574"/>
                  <a:gd name="T19" fmla="*/ 190 h 190"/>
                  <a:gd name="T20" fmla="*/ 1133 w 2574"/>
                  <a:gd name="T21" fmla="*/ 189 h 190"/>
                  <a:gd name="T22" fmla="*/ 882 w 2574"/>
                  <a:gd name="T23" fmla="*/ 185 h 190"/>
                  <a:gd name="T24" fmla="*/ 654 w 2574"/>
                  <a:gd name="T25" fmla="*/ 178 h 190"/>
                  <a:gd name="T26" fmla="*/ 451 w 2574"/>
                  <a:gd name="T27" fmla="*/ 168 h 190"/>
                  <a:gd name="T28" fmla="*/ 279 w 2574"/>
                  <a:gd name="T29" fmla="*/ 154 h 190"/>
                  <a:gd name="T30" fmla="*/ 144 w 2574"/>
                  <a:gd name="T31" fmla="*/ 139 h 190"/>
                  <a:gd name="T32" fmla="*/ 70 w 2574"/>
                  <a:gd name="T33" fmla="*/ 127 h 190"/>
                  <a:gd name="T34" fmla="*/ 35 w 2574"/>
                  <a:gd name="T35" fmla="*/ 117 h 190"/>
                  <a:gd name="T36" fmla="*/ 11 w 2574"/>
                  <a:gd name="T37" fmla="*/ 108 h 190"/>
                  <a:gd name="T38" fmla="*/ 0 w 2574"/>
                  <a:gd name="T39" fmla="*/ 99 h 190"/>
                  <a:gd name="T40" fmla="*/ 2 w 2574"/>
                  <a:gd name="T41" fmla="*/ 88 h 190"/>
                  <a:gd name="T42" fmla="*/ 18 w 2574"/>
                  <a:gd name="T43" fmla="*/ 79 h 190"/>
                  <a:gd name="T44" fmla="*/ 47 w 2574"/>
                  <a:gd name="T45" fmla="*/ 70 h 190"/>
                  <a:gd name="T46" fmla="*/ 86 w 2574"/>
                  <a:gd name="T47" fmla="*/ 61 h 190"/>
                  <a:gd name="T48" fmla="*/ 166 w 2574"/>
                  <a:gd name="T49" fmla="*/ 48 h 190"/>
                  <a:gd name="T50" fmla="*/ 308 w 2574"/>
                  <a:gd name="T51" fmla="*/ 33 h 190"/>
                  <a:gd name="T52" fmla="*/ 486 w 2574"/>
                  <a:gd name="T53" fmla="*/ 20 h 190"/>
                  <a:gd name="T54" fmla="*/ 693 w 2574"/>
                  <a:gd name="T55" fmla="*/ 10 h 190"/>
                  <a:gd name="T56" fmla="*/ 926 w 2574"/>
                  <a:gd name="T57" fmla="*/ 3 h 190"/>
                  <a:gd name="T58" fmla="*/ 1177 w 2574"/>
                  <a:gd name="T59" fmla="*/ 0 h 190"/>
                  <a:gd name="T60" fmla="*/ 1441 w 2574"/>
                  <a:gd name="T61" fmla="*/ 0 h 190"/>
                  <a:gd name="T62" fmla="*/ 1692 w 2574"/>
                  <a:gd name="T63" fmla="*/ 4 h 190"/>
                  <a:gd name="T64" fmla="*/ 1920 w 2574"/>
                  <a:gd name="T65" fmla="*/ 12 h 190"/>
                  <a:gd name="T66" fmla="*/ 2123 w 2574"/>
                  <a:gd name="T67" fmla="*/ 22 h 190"/>
                  <a:gd name="T68" fmla="*/ 2295 w 2574"/>
                  <a:gd name="T69" fmla="*/ 36 h 190"/>
                  <a:gd name="T70" fmla="*/ 2430 w 2574"/>
                  <a:gd name="T71" fmla="*/ 51 h 190"/>
                  <a:gd name="T72" fmla="*/ 2504 w 2574"/>
                  <a:gd name="T73" fmla="*/ 64 h 190"/>
                  <a:gd name="T74" fmla="*/ 2539 w 2574"/>
                  <a:gd name="T75" fmla="*/ 73 h 190"/>
                  <a:gd name="T76" fmla="*/ 2563 w 2574"/>
                  <a:gd name="T77" fmla="*/ 82 h 190"/>
                  <a:gd name="T78" fmla="*/ 2574 w 2574"/>
                  <a:gd name="T79" fmla="*/ 91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74" h="190">
                    <a:moveTo>
                      <a:pt x="2574" y="97"/>
                    </a:moveTo>
                    <a:lnTo>
                      <a:pt x="2572" y="102"/>
                    </a:lnTo>
                    <a:lnTo>
                      <a:pt x="2566" y="107"/>
                    </a:lnTo>
                    <a:lnTo>
                      <a:pt x="2556" y="111"/>
                    </a:lnTo>
                    <a:lnTo>
                      <a:pt x="2544" y="116"/>
                    </a:lnTo>
                    <a:lnTo>
                      <a:pt x="2527" y="120"/>
                    </a:lnTo>
                    <a:lnTo>
                      <a:pt x="2510" y="125"/>
                    </a:lnTo>
                    <a:lnTo>
                      <a:pt x="2488" y="130"/>
                    </a:lnTo>
                    <a:lnTo>
                      <a:pt x="2465" y="134"/>
                    </a:lnTo>
                    <a:lnTo>
                      <a:pt x="2408" y="142"/>
                    </a:lnTo>
                    <a:lnTo>
                      <a:pt x="2342" y="150"/>
                    </a:lnTo>
                    <a:lnTo>
                      <a:pt x="2266" y="157"/>
                    </a:lnTo>
                    <a:lnTo>
                      <a:pt x="2181" y="164"/>
                    </a:lnTo>
                    <a:lnTo>
                      <a:pt x="2088" y="170"/>
                    </a:lnTo>
                    <a:lnTo>
                      <a:pt x="1988" y="175"/>
                    </a:lnTo>
                    <a:lnTo>
                      <a:pt x="1881" y="180"/>
                    </a:lnTo>
                    <a:lnTo>
                      <a:pt x="1768" y="183"/>
                    </a:lnTo>
                    <a:lnTo>
                      <a:pt x="1648" y="186"/>
                    </a:lnTo>
                    <a:lnTo>
                      <a:pt x="1525" y="189"/>
                    </a:lnTo>
                    <a:lnTo>
                      <a:pt x="1397" y="190"/>
                    </a:lnTo>
                    <a:lnTo>
                      <a:pt x="1265" y="190"/>
                    </a:lnTo>
                    <a:lnTo>
                      <a:pt x="1133" y="189"/>
                    </a:lnTo>
                    <a:lnTo>
                      <a:pt x="1006" y="188"/>
                    </a:lnTo>
                    <a:lnTo>
                      <a:pt x="882" y="185"/>
                    </a:lnTo>
                    <a:lnTo>
                      <a:pt x="765" y="182"/>
                    </a:lnTo>
                    <a:lnTo>
                      <a:pt x="654" y="178"/>
                    </a:lnTo>
                    <a:lnTo>
                      <a:pt x="548" y="173"/>
                    </a:lnTo>
                    <a:lnTo>
                      <a:pt x="451" y="168"/>
                    </a:lnTo>
                    <a:lnTo>
                      <a:pt x="361" y="162"/>
                    </a:lnTo>
                    <a:lnTo>
                      <a:pt x="279" y="154"/>
                    </a:lnTo>
                    <a:lnTo>
                      <a:pt x="207" y="147"/>
                    </a:lnTo>
                    <a:lnTo>
                      <a:pt x="144" y="139"/>
                    </a:lnTo>
                    <a:lnTo>
                      <a:pt x="92" y="131"/>
                    </a:lnTo>
                    <a:lnTo>
                      <a:pt x="70" y="127"/>
                    </a:lnTo>
                    <a:lnTo>
                      <a:pt x="51" y="121"/>
                    </a:lnTo>
                    <a:lnTo>
                      <a:pt x="35" y="117"/>
                    </a:lnTo>
                    <a:lnTo>
                      <a:pt x="22" y="113"/>
                    </a:lnTo>
                    <a:lnTo>
                      <a:pt x="11" y="108"/>
                    </a:lnTo>
                    <a:lnTo>
                      <a:pt x="4" y="103"/>
                    </a:lnTo>
                    <a:lnTo>
                      <a:pt x="0" y="99"/>
                    </a:lnTo>
                    <a:lnTo>
                      <a:pt x="0" y="94"/>
                    </a:lnTo>
                    <a:lnTo>
                      <a:pt x="2" y="88"/>
                    </a:lnTo>
                    <a:lnTo>
                      <a:pt x="8" y="83"/>
                    </a:lnTo>
                    <a:lnTo>
                      <a:pt x="18" y="79"/>
                    </a:lnTo>
                    <a:lnTo>
                      <a:pt x="30" y="74"/>
                    </a:lnTo>
                    <a:lnTo>
                      <a:pt x="47" y="70"/>
                    </a:lnTo>
                    <a:lnTo>
                      <a:pt x="64" y="65"/>
                    </a:lnTo>
                    <a:lnTo>
                      <a:pt x="86" y="61"/>
                    </a:lnTo>
                    <a:lnTo>
                      <a:pt x="109" y="56"/>
                    </a:lnTo>
                    <a:lnTo>
                      <a:pt x="166" y="48"/>
                    </a:lnTo>
                    <a:lnTo>
                      <a:pt x="232" y="40"/>
                    </a:lnTo>
                    <a:lnTo>
                      <a:pt x="308" y="33"/>
                    </a:lnTo>
                    <a:lnTo>
                      <a:pt x="393" y="27"/>
                    </a:lnTo>
                    <a:lnTo>
                      <a:pt x="486" y="20"/>
                    </a:lnTo>
                    <a:lnTo>
                      <a:pt x="586" y="15"/>
                    </a:lnTo>
                    <a:lnTo>
                      <a:pt x="693" y="10"/>
                    </a:lnTo>
                    <a:lnTo>
                      <a:pt x="806" y="6"/>
                    </a:lnTo>
                    <a:lnTo>
                      <a:pt x="926" y="3"/>
                    </a:lnTo>
                    <a:lnTo>
                      <a:pt x="1049" y="1"/>
                    </a:lnTo>
                    <a:lnTo>
                      <a:pt x="1177" y="0"/>
                    </a:lnTo>
                    <a:lnTo>
                      <a:pt x="1309" y="0"/>
                    </a:lnTo>
                    <a:lnTo>
                      <a:pt x="1441" y="0"/>
                    </a:lnTo>
                    <a:lnTo>
                      <a:pt x="1568" y="2"/>
                    </a:lnTo>
                    <a:lnTo>
                      <a:pt x="1692" y="4"/>
                    </a:lnTo>
                    <a:lnTo>
                      <a:pt x="1809" y="8"/>
                    </a:lnTo>
                    <a:lnTo>
                      <a:pt x="1920" y="12"/>
                    </a:lnTo>
                    <a:lnTo>
                      <a:pt x="2026" y="17"/>
                    </a:lnTo>
                    <a:lnTo>
                      <a:pt x="2123" y="22"/>
                    </a:lnTo>
                    <a:lnTo>
                      <a:pt x="2213" y="29"/>
                    </a:lnTo>
                    <a:lnTo>
                      <a:pt x="2295" y="36"/>
                    </a:lnTo>
                    <a:lnTo>
                      <a:pt x="2367" y="43"/>
                    </a:lnTo>
                    <a:lnTo>
                      <a:pt x="2430" y="51"/>
                    </a:lnTo>
                    <a:lnTo>
                      <a:pt x="2482" y="60"/>
                    </a:lnTo>
                    <a:lnTo>
                      <a:pt x="2504" y="64"/>
                    </a:lnTo>
                    <a:lnTo>
                      <a:pt x="2523" y="68"/>
                    </a:lnTo>
                    <a:lnTo>
                      <a:pt x="2539" y="73"/>
                    </a:lnTo>
                    <a:lnTo>
                      <a:pt x="2552" y="77"/>
                    </a:lnTo>
                    <a:lnTo>
                      <a:pt x="2563" y="82"/>
                    </a:lnTo>
                    <a:lnTo>
                      <a:pt x="2570" y="87"/>
                    </a:lnTo>
                    <a:lnTo>
                      <a:pt x="2574" y="91"/>
                    </a:lnTo>
                    <a:lnTo>
                      <a:pt x="2574" y="9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FC4AD1C-E4E2-4DD5-8072-A0F413716104}"/>
                </a:ext>
              </a:extLst>
            </p:cNvPr>
            <p:cNvSpPr/>
            <p:nvPr/>
          </p:nvSpPr>
          <p:spPr>
            <a:xfrm>
              <a:off x="6137739" y="2846360"/>
              <a:ext cx="1148895" cy="42844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  <a:latin typeface="+mj-lt"/>
                  <a:cs typeface="Segoe UI Light" panose="020B0502040204020203" pitchFamily="34" charset="0"/>
                </a:rPr>
                <a:t>Tier 1</a:t>
              </a:r>
              <a:endParaRPr lang="en-US" sz="2800" dirty="0">
                <a:solidFill>
                  <a:schemeClr val="bg1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0CB4A6D-4F85-4502-931E-B9CCCA0F2F73}"/>
                </a:ext>
              </a:extLst>
            </p:cNvPr>
            <p:cNvSpPr/>
            <p:nvPr/>
          </p:nvSpPr>
          <p:spPr>
            <a:xfrm>
              <a:off x="6133353" y="3732368"/>
              <a:ext cx="1006344" cy="42844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  <a:latin typeface="+mj-lt"/>
                  <a:cs typeface="Segoe UI Light" panose="020B0502040204020203" pitchFamily="34" charset="0"/>
                </a:rPr>
                <a:t>Tier 2</a:t>
              </a:r>
              <a:endParaRPr lang="en-US" sz="2800" dirty="0">
                <a:solidFill>
                  <a:schemeClr val="bg1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A2DB6D2-BD87-4596-8075-957901E0E6DA}"/>
                </a:ext>
              </a:extLst>
            </p:cNvPr>
            <p:cNvSpPr/>
            <p:nvPr/>
          </p:nvSpPr>
          <p:spPr>
            <a:xfrm>
              <a:off x="6042868" y="4568074"/>
              <a:ext cx="1006344" cy="428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  <a:latin typeface="+mj-lt"/>
                  <a:cs typeface="Segoe UI Light" panose="020B0502040204020203" pitchFamily="34" charset="0"/>
                </a:rPr>
                <a:t>Tier 3</a:t>
              </a:r>
              <a:endParaRPr lang="en-US" sz="2800" dirty="0">
                <a:solidFill>
                  <a:schemeClr val="bg1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5B40A7F-2854-4312-A457-08F4001F5987}"/>
                </a:ext>
              </a:extLst>
            </p:cNvPr>
            <p:cNvSpPr/>
            <p:nvPr/>
          </p:nvSpPr>
          <p:spPr>
            <a:xfrm>
              <a:off x="5969398" y="5533848"/>
              <a:ext cx="1153281" cy="3024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+mj-lt"/>
                  <a:cs typeface="Segoe UI Light" panose="020B0502040204020203" pitchFamily="34" charset="0"/>
                </a:rPr>
                <a:t>Tier 4</a:t>
              </a:r>
              <a:endParaRPr lang="en-US" dirty="0">
                <a:solidFill>
                  <a:schemeClr val="bg1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D450C91-684D-4F7A-8287-B8C6D2657CBA}"/>
              </a:ext>
            </a:extLst>
          </p:cNvPr>
          <p:cNvGrpSpPr/>
          <p:nvPr/>
        </p:nvGrpSpPr>
        <p:grpSpPr>
          <a:xfrm>
            <a:off x="963462" y="1508163"/>
            <a:ext cx="3372152" cy="1103218"/>
            <a:chOff x="7029893" y="4219288"/>
            <a:chExt cx="2480094" cy="110321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758366E-388A-4CD4-BE5A-794CA6D48325}"/>
                </a:ext>
              </a:extLst>
            </p:cNvPr>
            <p:cNvSpPr txBox="1"/>
            <p:nvPr/>
          </p:nvSpPr>
          <p:spPr>
            <a:xfrm>
              <a:off x="7029894" y="4491509"/>
              <a:ext cx="24800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Removes low-volume, statistically insignificant regional facilities to focus exclusively on high-impact nodes within the National Airspace System.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4586C09-B414-4E3D-976B-AF9426948C85}"/>
                </a:ext>
              </a:extLst>
            </p:cNvPr>
            <p:cNvSpPr txBox="1"/>
            <p:nvPr/>
          </p:nvSpPr>
          <p:spPr>
            <a:xfrm>
              <a:off x="7029893" y="4219288"/>
              <a:ext cx="2480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>
                  <a:solidFill>
                    <a:schemeClr val="tx2"/>
                  </a:solidFill>
                </a:rPr>
                <a:t>Macro: Systemic Scale &amp; Throughput Volume</a:t>
              </a:r>
              <a:endParaRPr lang="id-ID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9DF7FFD-DE66-48B2-8C14-1162A8FE0C62}"/>
              </a:ext>
            </a:extLst>
          </p:cNvPr>
          <p:cNvGrpSpPr/>
          <p:nvPr/>
        </p:nvGrpSpPr>
        <p:grpSpPr>
          <a:xfrm>
            <a:off x="963462" y="2868749"/>
            <a:ext cx="3372152" cy="918552"/>
            <a:chOff x="7029893" y="4219288"/>
            <a:chExt cx="2480094" cy="918552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6D41224-F3FC-4D98-BA10-152552980BE3}"/>
                </a:ext>
              </a:extLst>
            </p:cNvPr>
            <p:cNvSpPr txBox="1"/>
            <p:nvPr/>
          </p:nvSpPr>
          <p:spPr>
            <a:xfrm>
              <a:off x="7029894" y="4491509"/>
              <a:ext cx="24800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Isolates environments where dominant carriers dictate the primary flow of operational resources. </a:t>
              </a:r>
              <a:endParaRPr lang="id-ID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2C10DDA-3CAA-49C1-8F03-4095E95E90EA}"/>
                </a:ext>
              </a:extLst>
            </p:cNvPr>
            <p:cNvSpPr txBox="1"/>
            <p:nvPr/>
          </p:nvSpPr>
          <p:spPr>
            <a:xfrm>
              <a:off x="7029893" y="4219288"/>
              <a:ext cx="24800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600">
                  <a:solidFill>
                    <a:schemeClr val="tx2"/>
                  </a:solidFill>
                  <a:latin typeface="+mj-lt"/>
                </a:rPr>
                <a:t>Meso: Legacy Carrier Co-Location</a:t>
              </a:r>
              <a:endParaRPr lang="id-ID" sz="1600" dirty="0">
                <a:solidFill>
                  <a:schemeClr val="tx2"/>
                </a:solidFill>
                <a:latin typeface="+mj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4D7C55D-C414-4E76-94F5-F386C2406B28}"/>
              </a:ext>
            </a:extLst>
          </p:cNvPr>
          <p:cNvGrpSpPr/>
          <p:nvPr/>
        </p:nvGrpSpPr>
        <p:grpSpPr>
          <a:xfrm>
            <a:off x="939124" y="4026192"/>
            <a:ext cx="3372152" cy="1103218"/>
            <a:chOff x="7029893" y="4219288"/>
            <a:chExt cx="2480094" cy="1103218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E2B0A08-6F88-46D0-8E8D-AE3B3088B35A}"/>
                </a:ext>
              </a:extLst>
            </p:cNvPr>
            <p:cNvSpPr txBox="1"/>
            <p:nvPr/>
          </p:nvSpPr>
          <p:spPr>
            <a:xfrm>
              <a:off x="7029894" y="4491509"/>
              <a:ext cx="24800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Ensures that the dependent variables are not contaminated by mixed-carrier or mixed-terminal passenger flows.</a:t>
              </a:r>
            </a:p>
            <a:p>
              <a:endParaRPr lang="id-ID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2C22C23-4757-4C85-B324-DB07332A9D1A}"/>
                </a:ext>
              </a:extLst>
            </p:cNvPr>
            <p:cNvSpPr txBox="1"/>
            <p:nvPr/>
          </p:nvSpPr>
          <p:spPr>
            <a:xfrm>
              <a:off x="7029893" y="4219288"/>
              <a:ext cx="24800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600">
                  <a:solidFill>
                    <a:schemeClr val="tx2"/>
                  </a:solidFill>
                  <a:latin typeface="+mj-lt"/>
                </a:rPr>
                <a:t>Micro: Checkpoint Exclusivity</a:t>
              </a:r>
              <a:endParaRPr lang="id-ID" sz="1600" dirty="0">
                <a:solidFill>
                  <a:schemeClr val="tx2"/>
                </a:solidFill>
                <a:latin typeface="+mj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1AFE313-D022-4719-8070-39A158E07219}"/>
              </a:ext>
            </a:extLst>
          </p:cNvPr>
          <p:cNvGrpSpPr/>
          <p:nvPr/>
        </p:nvGrpSpPr>
        <p:grpSpPr>
          <a:xfrm>
            <a:off x="999544" y="5166905"/>
            <a:ext cx="3372152" cy="918552"/>
            <a:chOff x="7029893" y="4219288"/>
            <a:chExt cx="2480094" cy="91855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2CEC406-139E-4196-82A2-8AA6279775C5}"/>
                </a:ext>
              </a:extLst>
            </p:cNvPr>
            <p:cNvSpPr txBox="1"/>
            <p:nvPr/>
          </p:nvSpPr>
          <p:spPr>
            <a:xfrm>
              <a:off x="7029894" y="4491509"/>
              <a:ext cx="24800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Exactly four dedicated, carrier-exclusive checkpoint environments for each of the three legacy carriers</a:t>
              </a:r>
              <a:endParaRPr lang="id-ID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AFC7CF7-1FA2-4102-BF91-F72E26103F9F}"/>
                </a:ext>
              </a:extLst>
            </p:cNvPr>
            <p:cNvSpPr txBox="1"/>
            <p:nvPr/>
          </p:nvSpPr>
          <p:spPr>
            <a:xfrm>
              <a:off x="7029893" y="4219288"/>
              <a:ext cx="24800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600">
                  <a:solidFill>
                    <a:schemeClr val="tx2"/>
                  </a:solidFill>
                  <a:latin typeface="+mj-lt"/>
                </a:rPr>
                <a:t>Experimental Transfer</a:t>
              </a:r>
              <a:endParaRPr lang="id-ID" sz="1600" dirty="0">
                <a:solidFill>
                  <a:schemeClr val="tx2"/>
                </a:solidFill>
                <a:latin typeface="+mj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F469499-4CB7-3842-2322-E8E5FF874817}"/>
              </a:ext>
            </a:extLst>
          </p:cNvPr>
          <p:cNvSpPr txBox="1"/>
          <p:nvPr/>
        </p:nvSpPr>
        <p:spPr>
          <a:xfrm>
            <a:off x="8264153" y="1981447"/>
            <a:ext cx="253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Captures 67.2% of national domestic departures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FA93D2-AB0C-9B98-5EF9-B1FA3F4F5F9E}"/>
              </a:ext>
            </a:extLst>
          </p:cNvPr>
          <p:cNvSpPr txBox="1"/>
          <p:nvPr/>
        </p:nvSpPr>
        <p:spPr>
          <a:xfrm>
            <a:off x="7766687" y="3055793"/>
            <a:ext cx="2530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Concurrent American Delta United operations; Southwest (WN) excluded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B1B4D-9B2F-D7C9-431F-811B3DA1175F}"/>
              </a:ext>
            </a:extLst>
          </p:cNvPr>
          <p:cNvSpPr txBox="1"/>
          <p:nvPr/>
        </p:nvSpPr>
        <p:spPr>
          <a:xfrm>
            <a:off x="7585293" y="4234522"/>
            <a:ext cx="253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Strict single-carrier dedicated terminal checkpoints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95697-4D0D-ABE0-3E90-8098DFB9A3C8}"/>
              </a:ext>
            </a:extLst>
          </p:cNvPr>
          <p:cNvSpPr txBox="1"/>
          <p:nvPr/>
        </p:nvSpPr>
        <p:spPr>
          <a:xfrm>
            <a:off x="7421947" y="5401554"/>
            <a:ext cx="253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Exactly 4 dedicated complexes per legacy carrier across 4 clusters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20742-4996-E2EA-C7BA-BA126F019FCB}"/>
              </a:ext>
            </a:extLst>
          </p:cNvPr>
          <p:cNvSpPr txBox="1"/>
          <p:nvPr/>
        </p:nvSpPr>
        <p:spPr>
          <a:xfrm>
            <a:off x="8880953" y="6475956"/>
            <a:ext cx="826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 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022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540EFA6-DB8D-C31C-37FE-8510795061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92035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643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B43610-8C8C-B9CB-9F1C-BDD32D878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77813"/>
              </p:ext>
            </p:extLst>
          </p:nvPr>
        </p:nvGraphicFramePr>
        <p:xfrm>
          <a:off x="643464" y="2131243"/>
          <a:ext cx="10905071" cy="36978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91179">
                  <a:extLst>
                    <a:ext uri="{9D8B030D-6E8A-4147-A177-3AD203B41FA5}">
                      <a16:colId xmlns:a16="http://schemas.microsoft.com/office/drawing/2014/main" val="1100872714"/>
                    </a:ext>
                  </a:extLst>
                </a:gridCol>
                <a:gridCol w="1298867">
                  <a:extLst>
                    <a:ext uri="{9D8B030D-6E8A-4147-A177-3AD203B41FA5}">
                      <a16:colId xmlns:a16="http://schemas.microsoft.com/office/drawing/2014/main" val="1795782164"/>
                    </a:ext>
                  </a:extLst>
                </a:gridCol>
                <a:gridCol w="1377056">
                  <a:extLst>
                    <a:ext uri="{9D8B030D-6E8A-4147-A177-3AD203B41FA5}">
                      <a16:colId xmlns:a16="http://schemas.microsoft.com/office/drawing/2014/main" val="1641030618"/>
                    </a:ext>
                  </a:extLst>
                </a:gridCol>
                <a:gridCol w="1296423">
                  <a:extLst>
                    <a:ext uri="{9D8B030D-6E8A-4147-A177-3AD203B41FA5}">
                      <a16:colId xmlns:a16="http://schemas.microsoft.com/office/drawing/2014/main" val="2372950781"/>
                    </a:ext>
                  </a:extLst>
                </a:gridCol>
                <a:gridCol w="1311085">
                  <a:extLst>
                    <a:ext uri="{9D8B030D-6E8A-4147-A177-3AD203B41FA5}">
                      <a16:colId xmlns:a16="http://schemas.microsoft.com/office/drawing/2014/main" val="1352591797"/>
                    </a:ext>
                  </a:extLst>
                </a:gridCol>
                <a:gridCol w="1406376">
                  <a:extLst>
                    <a:ext uri="{9D8B030D-6E8A-4147-A177-3AD203B41FA5}">
                      <a16:colId xmlns:a16="http://schemas.microsoft.com/office/drawing/2014/main" val="3335987210"/>
                    </a:ext>
                  </a:extLst>
                </a:gridCol>
                <a:gridCol w="3124085">
                  <a:extLst>
                    <a:ext uri="{9D8B030D-6E8A-4147-A177-3AD203B41FA5}">
                      <a16:colId xmlns:a16="http://schemas.microsoft.com/office/drawing/2014/main" val="320948318"/>
                    </a:ext>
                  </a:extLst>
                </a:gridCol>
              </a:tblGrid>
              <a:tr h="5381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Evaluation Dimension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Performance Metric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Target Benchmark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Deterministic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Probabilistic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Hybrid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Operational Significance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extLst>
                  <a:ext uri="{0D108BD9-81ED-4DB2-BD59-A6C34878D82A}">
                    <a16:rowId xmlns:a16="http://schemas.microsoft.com/office/drawing/2014/main" val="464433076"/>
                  </a:ext>
                </a:extLst>
              </a:tr>
              <a:tr h="5381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2025 Fit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Test R^2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&gt; 0.600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0.5293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0.588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0.6270 (CHAMPION)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M5 captures 62.7% of all demand variance on unseen future data.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extLst>
                  <a:ext uri="{0D108BD9-81ED-4DB2-BD59-A6C34878D82A}">
                    <a16:rowId xmlns:a16="http://schemas.microsoft.com/office/drawing/2014/main" val="1987425097"/>
                  </a:ext>
                </a:extLst>
              </a:tr>
              <a:tr h="5381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2025 Fit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Test RMSE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1,200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1,265.4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1,192.9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1,135.0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Slashes large prediction errors by 130.4 pax/hr vs. M1.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extLst>
                  <a:ext uri="{0D108BD9-81ED-4DB2-BD59-A6C34878D82A}">
                    <a16:rowId xmlns:a16="http://schemas.microsoft.com/office/drawing/2014/main" val="21031385"/>
                  </a:ext>
                </a:extLst>
              </a:tr>
              <a:tr h="7726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2025 Fit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Test MAE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850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902.1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855.1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795.0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Average hourly error is under 800 passengers across terminal complexes.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extLst>
                  <a:ext uri="{0D108BD9-81ED-4DB2-BD59-A6C34878D82A}">
                    <a16:rowId xmlns:a16="http://schemas.microsoft.com/office/drawing/2014/main" val="3342259147"/>
                  </a:ext>
                </a:extLst>
              </a:tr>
              <a:tr h="7726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2025 Fit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Test MASE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1.000 (Ideal &lt; 0.850)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0.942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0.846 (CHAMPION)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M5 achieves the academic stretch target, beating daily persistence by 15.4%.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extLst>
                  <a:ext uri="{0D108BD9-81ED-4DB2-BD59-A6C34878D82A}">
                    <a16:rowId xmlns:a16="http://schemas.microsoft.com/office/drawing/2014/main" val="2544008267"/>
                  </a:ext>
                </a:extLst>
              </a:tr>
              <a:tr h="5381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2025 Fit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Mean Bias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~ 0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-184.2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-295.3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-402.9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Rebuilding M1 with a 2-hr shift cut under-prediction bias by 44%.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684" marR="12684" marT="12684" marB="0" anchor="ctr"/>
                </a:tc>
                <a:extLst>
                  <a:ext uri="{0D108BD9-81ED-4DB2-BD59-A6C34878D82A}">
                    <a16:rowId xmlns:a16="http://schemas.microsoft.com/office/drawing/2014/main" val="7750186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8B86FE2-18A6-2295-CC85-ACF7BCB6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2025 Holdout Fit</a:t>
            </a:r>
          </a:p>
        </p:txBody>
      </p:sp>
    </p:spTree>
    <p:extLst>
      <p:ext uri="{BB962C8B-B14F-4D97-AF65-F5344CB8AC3E}">
        <p14:creationId xmlns:p14="http://schemas.microsoft.com/office/powerpoint/2010/main" val="35780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38368C-96D5-3D73-65E1-D2320E15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391305"/>
              </p:ext>
            </p:extLst>
          </p:nvPr>
        </p:nvGraphicFramePr>
        <p:xfrm>
          <a:off x="643465" y="2286233"/>
          <a:ext cx="10905070" cy="301204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58963">
                  <a:extLst>
                    <a:ext uri="{9D8B030D-6E8A-4147-A177-3AD203B41FA5}">
                      <a16:colId xmlns:a16="http://schemas.microsoft.com/office/drawing/2014/main" val="3129787915"/>
                    </a:ext>
                  </a:extLst>
                </a:gridCol>
                <a:gridCol w="1511486">
                  <a:extLst>
                    <a:ext uri="{9D8B030D-6E8A-4147-A177-3AD203B41FA5}">
                      <a16:colId xmlns:a16="http://schemas.microsoft.com/office/drawing/2014/main" val="1441185119"/>
                    </a:ext>
                  </a:extLst>
                </a:gridCol>
                <a:gridCol w="1215157">
                  <a:extLst>
                    <a:ext uri="{9D8B030D-6E8A-4147-A177-3AD203B41FA5}">
                      <a16:colId xmlns:a16="http://schemas.microsoft.com/office/drawing/2014/main" val="421553061"/>
                    </a:ext>
                  </a:extLst>
                </a:gridCol>
                <a:gridCol w="1367186">
                  <a:extLst>
                    <a:ext uri="{9D8B030D-6E8A-4147-A177-3AD203B41FA5}">
                      <a16:colId xmlns:a16="http://schemas.microsoft.com/office/drawing/2014/main" val="2459442762"/>
                    </a:ext>
                  </a:extLst>
                </a:gridCol>
                <a:gridCol w="1287307">
                  <a:extLst>
                    <a:ext uri="{9D8B030D-6E8A-4147-A177-3AD203B41FA5}">
                      <a16:colId xmlns:a16="http://schemas.microsoft.com/office/drawing/2014/main" val="1456502082"/>
                    </a:ext>
                  </a:extLst>
                </a:gridCol>
                <a:gridCol w="1287307">
                  <a:extLst>
                    <a:ext uri="{9D8B030D-6E8A-4147-A177-3AD203B41FA5}">
                      <a16:colId xmlns:a16="http://schemas.microsoft.com/office/drawing/2014/main" val="3656146033"/>
                    </a:ext>
                  </a:extLst>
                </a:gridCol>
                <a:gridCol w="2977664">
                  <a:extLst>
                    <a:ext uri="{9D8B030D-6E8A-4147-A177-3AD203B41FA5}">
                      <a16:colId xmlns:a16="http://schemas.microsoft.com/office/drawing/2014/main" val="67009147"/>
                    </a:ext>
                  </a:extLst>
                </a:gridCol>
              </a:tblGrid>
              <a:tr h="5674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Evaluation Dimension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Performance Metric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Target Benchmark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Deterministic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Probabilistic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Hybrid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Operational Significance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extLst>
                  <a:ext uri="{0D108BD9-81ED-4DB2-BD59-A6C34878D82A}">
                    <a16:rowId xmlns:a16="http://schemas.microsoft.com/office/drawing/2014/main" val="1175455040"/>
                  </a:ext>
                </a:extLst>
              </a:tr>
              <a:tr h="8148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Robustness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RMSE_routine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&lt; 1,150 pax/hr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1,265.4 pax/hr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1,167.9 pax/hr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1,114.7 pax/hr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Confirms H1: ML and Hybrids fit calm, nominal daily curves tighter.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extLst>
                  <a:ext uri="{0D108BD9-81ED-4DB2-BD59-A6C34878D82A}">
                    <a16:rowId xmlns:a16="http://schemas.microsoft.com/office/drawing/2014/main" val="2759379657"/>
                  </a:ext>
                </a:extLst>
              </a:tr>
              <a:tr h="8148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Robustness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MASE_routine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&lt; 0.900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0.942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0.834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M5 delivers an 11.5% accuracy advantage over deterministic schedules.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extLst>
                  <a:ext uri="{0D108BD9-81ED-4DB2-BD59-A6C34878D82A}">
                    <a16:rowId xmlns:a16="http://schemas.microsoft.com/office/drawing/2014/main" val="1447583973"/>
                  </a:ext>
                </a:extLst>
              </a:tr>
              <a:tr h="8148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Robustness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Diebold-Mariano Stat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 &lt; 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Baseline Control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DM = 74.25 (p &lt; 0.0001)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DM = 79.12 (p &lt; 0.0001)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Mathematically proves that ML and Hybrid gains are genuine (p &lt; 0.0001).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76" marR="13376" marT="13376" marB="0" anchor="ctr"/>
                </a:tc>
                <a:extLst>
                  <a:ext uri="{0D108BD9-81ED-4DB2-BD59-A6C34878D82A}">
                    <a16:rowId xmlns:a16="http://schemas.microsoft.com/office/drawing/2014/main" val="198822265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E53071B-6F2A-C900-E87F-639ADD91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Robustness</a:t>
            </a:r>
          </a:p>
        </p:txBody>
      </p:sp>
    </p:spTree>
    <p:extLst>
      <p:ext uri="{BB962C8B-B14F-4D97-AF65-F5344CB8AC3E}">
        <p14:creationId xmlns:p14="http://schemas.microsoft.com/office/powerpoint/2010/main" val="111499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7B5D19-62E3-757E-3D4A-215072B62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348991"/>
              </p:ext>
            </p:extLst>
          </p:nvPr>
        </p:nvGraphicFramePr>
        <p:xfrm>
          <a:off x="643464" y="2121352"/>
          <a:ext cx="10905071" cy="374263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7072">
                  <a:extLst>
                    <a:ext uri="{9D8B030D-6E8A-4147-A177-3AD203B41FA5}">
                      <a16:colId xmlns:a16="http://schemas.microsoft.com/office/drawing/2014/main" val="3173547953"/>
                    </a:ext>
                  </a:extLst>
                </a:gridCol>
                <a:gridCol w="1305610">
                  <a:extLst>
                    <a:ext uri="{9D8B030D-6E8A-4147-A177-3AD203B41FA5}">
                      <a16:colId xmlns:a16="http://schemas.microsoft.com/office/drawing/2014/main" val="362669762"/>
                    </a:ext>
                  </a:extLst>
                </a:gridCol>
                <a:gridCol w="1400291">
                  <a:extLst>
                    <a:ext uri="{9D8B030D-6E8A-4147-A177-3AD203B41FA5}">
                      <a16:colId xmlns:a16="http://schemas.microsoft.com/office/drawing/2014/main" val="2768646852"/>
                    </a:ext>
                  </a:extLst>
                </a:gridCol>
                <a:gridCol w="1255902">
                  <a:extLst>
                    <a:ext uri="{9D8B030D-6E8A-4147-A177-3AD203B41FA5}">
                      <a16:colId xmlns:a16="http://schemas.microsoft.com/office/drawing/2014/main" val="3444063673"/>
                    </a:ext>
                  </a:extLst>
                </a:gridCol>
                <a:gridCol w="1362419">
                  <a:extLst>
                    <a:ext uri="{9D8B030D-6E8A-4147-A177-3AD203B41FA5}">
                      <a16:colId xmlns:a16="http://schemas.microsoft.com/office/drawing/2014/main" val="2697013668"/>
                    </a:ext>
                  </a:extLst>
                </a:gridCol>
                <a:gridCol w="1466568">
                  <a:extLst>
                    <a:ext uri="{9D8B030D-6E8A-4147-A177-3AD203B41FA5}">
                      <a16:colId xmlns:a16="http://schemas.microsoft.com/office/drawing/2014/main" val="401859838"/>
                    </a:ext>
                  </a:extLst>
                </a:gridCol>
                <a:gridCol w="3057209">
                  <a:extLst>
                    <a:ext uri="{9D8B030D-6E8A-4147-A177-3AD203B41FA5}">
                      <a16:colId xmlns:a16="http://schemas.microsoft.com/office/drawing/2014/main" val="1639401764"/>
                    </a:ext>
                  </a:extLst>
                </a:gridCol>
              </a:tblGrid>
              <a:tr h="521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Evaluation Dimension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Performance Metric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Target Benchmark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Deterministic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Probabilistic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Hybrid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Operational Significance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extLst>
                  <a:ext uri="{0D108BD9-81ED-4DB2-BD59-A6C34878D82A}">
                    <a16:rowId xmlns:a16="http://schemas.microsoft.com/office/drawing/2014/main" val="2041670378"/>
                  </a:ext>
                </a:extLst>
              </a:tr>
              <a:tr h="7485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Resilience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RMSE_shock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1,100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1,228.9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1,024.9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1,023.2 pax/hr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Tight error bounds during severe weather storms and airport ground stops.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extLst>
                  <a:ext uri="{0D108BD9-81ED-4DB2-BD59-A6C34878D82A}">
                    <a16:rowId xmlns:a16="http://schemas.microsoft.com/office/drawing/2014/main" val="33230889"/>
                  </a:ext>
                </a:extLst>
              </a:tr>
              <a:tr h="7485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Resilience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MASE_shock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0.850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0.966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0.772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0.737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Dynamic models perform 26% better than naive guessing during disruptions.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extLst>
                  <a:ext uri="{0D108BD9-81ED-4DB2-BD59-A6C34878D82A}">
                    <a16:rowId xmlns:a16="http://schemas.microsoft.com/office/drawing/2014/main" val="4000941878"/>
                  </a:ext>
                </a:extLst>
              </a:tr>
              <a:tr h="9757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Resilience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Resilience Multiplier (R_MASE)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1.30 (Fragile &gt;= 2.0)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1.03 (Static blind)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0.87 (Acute surge: 2.14)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0.88 (Maintains &lt;= 1.28)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Confirms H2: Pure ML collapses during delayed flight holds (R = 2.14); Hybrid stays resilient via queue feedback.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extLst>
                  <a:ext uri="{0D108BD9-81ED-4DB2-BD59-A6C34878D82A}">
                    <a16:rowId xmlns:a16="http://schemas.microsoft.com/office/drawing/2014/main" val="3889458958"/>
                  </a:ext>
                </a:extLst>
              </a:tr>
              <a:tr h="7485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Resilience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Time-to-Recovery (TTR)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&lt; 4.0 hours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8.4 hours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6.7 hours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3.2 hours (FASTEST)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M5 returns to normal error bounds 5.2 hrs faster than M1 and 3.5 hrs faster than M3.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88" marR="12288" marT="12288" marB="0" anchor="ctr"/>
                </a:tc>
                <a:extLst>
                  <a:ext uri="{0D108BD9-81ED-4DB2-BD59-A6C34878D82A}">
                    <a16:rowId xmlns:a16="http://schemas.microsoft.com/office/drawing/2014/main" val="293528126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687BDD2-8B64-78EC-8C1A-6A197CBF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Resilience</a:t>
            </a:r>
          </a:p>
        </p:txBody>
      </p:sp>
    </p:spTree>
    <p:extLst>
      <p:ext uri="{BB962C8B-B14F-4D97-AF65-F5344CB8AC3E}">
        <p14:creationId xmlns:p14="http://schemas.microsoft.com/office/powerpoint/2010/main" val="243639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B9668D-E419-02BF-058A-BDBF85865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63106"/>
              </p:ext>
            </p:extLst>
          </p:nvPr>
        </p:nvGraphicFramePr>
        <p:xfrm>
          <a:off x="643465" y="2308207"/>
          <a:ext cx="10905069" cy="384491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30494">
                  <a:extLst>
                    <a:ext uri="{9D8B030D-6E8A-4147-A177-3AD203B41FA5}">
                      <a16:colId xmlns:a16="http://schemas.microsoft.com/office/drawing/2014/main" val="758005993"/>
                    </a:ext>
                  </a:extLst>
                </a:gridCol>
                <a:gridCol w="1818386">
                  <a:extLst>
                    <a:ext uri="{9D8B030D-6E8A-4147-A177-3AD203B41FA5}">
                      <a16:colId xmlns:a16="http://schemas.microsoft.com/office/drawing/2014/main" val="866633932"/>
                    </a:ext>
                  </a:extLst>
                </a:gridCol>
                <a:gridCol w="1022581">
                  <a:extLst>
                    <a:ext uri="{9D8B030D-6E8A-4147-A177-3AD203B41FA5}">
                      <a16:colId xmlns:a16="http://schemas.microsoft.com/office/drawing/2014/main" val="3428629280"/>
                    </a:ext>
                  </a:extLst>
                </a:gridCol>
                <a:gridCol w="1274116">
                  <a:extLst>
                    <a:ext uri="{9D8B030D-6E8A-4147-A177-3AD203B41FA5}">
                      <a16:colId xmlns:a16="http://schemas.microsoft.com/office/drawing/2014/main" val="4162884219"/>
                    </a:ext>
                  </a:extLst>
                </a:gridCol>
                <a:gridCol w="1274116">
                  <a:extLst>
                    <a:ext uri="{9D8B030D-6E8A-4147-A177-3AD203B41FA5}">
                      <a16:colId xmlns:a16="http://schemas.microsoft.com/office/drawing/2014/main" val="2514523727"/>
                    </a:ext>
                  </a:extLst>
                </a:gridCol>
                <a:gridCol w="1332663">
                  <a:extLst>
                    <a:ext uri="{9D8B030D-6E8A-4147-A177-3AD203B41FA5}">
                      <a16:colId xmlns:a16="http://schemas.microsoft.com/office/drawing/2014/main" val="1219818775"/>
                    </a:ext>
                  </a:extLst>
                </a:gridCol>
                <a:gridCol w="2852713">
                  <a:extLst>
                    <a:ext uri="{9D8B030D-6E8A-4147-A177-3AD203B41FA5}">
                      <a16:colId xmlns:a16="http://schemas.microsoft.com/office/drawing/2014/main" val="1110079575"/>
                    </a:ext>
                  </a:extLst>
                </a:gridCol>
              </a:tblGrid>
              <a:tr h="477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Evaluation Dimension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Performance Metric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Target Benchmark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Deterministic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Probabilistic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Hybrid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Operational Significance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extLst>
                  <a:ext uri="{0D108BD9-81ED-4DB2-BD59-A6C34878D82A}">
                    <a16:rowId xmlns:a16="http://schemas.microsoft.com/office/drawing/2014/main" val="3423902776"/>
                  </a:ext>
                </a:extLst>
              </a:tr>
              <a:tr h="6857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Generalizability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Zero-Shot RMSE_transfer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&lt; 1,350 pax/hr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1,321.0 pax/hr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1,162.8 pax/hr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1,237.4 pax/hr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Prediction error when deploying models to an unfamiliar airport with zero re-training.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extLst>
                  <a:ext uri="{0D108BD9-81ED-4DB2-BD59-A6C34878D82A}">
                    <a16:rowId xmlns:a16="http://schemas.microsoft.com/office/drawing/2014/main" val="3858042712"/>
                  </a:ext>
                </a:extLst>
              </a:tr>
              <a:tr h="1102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Generalizability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Relative Transfer Ratio (RTR)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&lt;= 1.10 (Near 1.00)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1.04 (EXCELLENT)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1.08 (EXCELLENT)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1.19 (Moderate penalty)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Confirms H3: Deterministic physical rules (RTR = 1.04) and convolved ML (RTR = 1.08) generalize across airports much better than decision trees.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extLst>
                  <a:ext uri="{0D108BD9-81ED-4DB2-BD59-A6C34878D82A}">
                    <a16:rowId xmlns:a16="http://schemas.microsoft.com/office/drawing/2014/main" val="333941293"/>
                  </a:ext>
                </a:extLst>
              </a:tr>
              <a:tr h="893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Generalizability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Transfer Penalty (Delta_transfer_pct)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&lt;= 10.0%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+4.4% (MINIMAL)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+7.9% (LOW)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+18.7% (ELEVATED)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Simple deterministic baselines lose only 4.4% accuracy on transfer, while decision trees lose 18.7% due to local terminal overfitting.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extLst>
                  <a:ext uri="{0D108BD9-81ED-4DB2-BD59-A6C34878D82A}">
                    <a16:rowId xmlns:a16="http://schemas.microsoft.com/office/drawing/2014/main" val="2890663830"/>
                  </a:ext>
                </a:extLst>
              </a:tr>
              <a:tr h="6857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Generalizability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Delta_MASE_transfer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&lt; +0.100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0.041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0.158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Rebuilt M1 and M3 easily beat the +0.100 threshold, confirming high zero-shot portability.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7" marR="11257" marT="11257" marB="0" anchor="ctr"/>
                </a:tc>
                <a:extLst>
                  <a:ext uri="{0D108BD9-81ED-4DB2-BD59-A6C34878D82A}">
                    <a16:rowId xmlns:a16="http://schemas.microsoft.com/office/drawing/2014/main" val="26528092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87CFE1B-225C-E601-DAD8-604D5A4F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Generalizability</a:t>
            </a:r>
          </a:p>
        </p:txBody>
      </p:sp>
    </p:spTree>
    <p:extLst>
      <p:ext uri="{BB962C8B-B14F-4D97-AF65-F5344CB8AC3E}">
        <p14:creationId xmlns:p14="http://schemas.microsoft.com/office/powerpoint/2010/main" val="337423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663EF8-7FAD-E935-09C5-E56696089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480271"/>
              </p:ext>
            </p:extLst>
          </p:nvPr>
        </p:nvGraphicFramePr>
        <p:xfrm>
          <a:off x="826718" y="0"/>
          <a:ext cx="9519781" cy="626475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14959">
                  <a:extLst>
                    <a:ext uri="{9D8B030D-6E8A-4147-A177-3AD203B41FA5}">
                      <a16:colId xmlns:a16="http://schemas.microsoft.com/office/drawing/2014/main" val="2112919298"/>
                    </a:ext>
                  </a:extLst>
                </a:gridCol>
                <a:gridCol w="1201326">
                  <a:extLst>
                    <a:ext uri="{9D8B030D-6E8A-4147-A177-3AD203B41FA5}">
                      <a16:colId xmlns:a16="http://schemas.microsoft.com/office/drawing/2014/main" val="721208569"/>
                    </a:ext>
                  </a:extLst>
                </a:gridCol>
                <a:gridCol w="1099488">
                  <a:extLst>
                    <a:ext uri="{9D8B030D-6E8A-4147-A177-3AD203B41FA5}">
                      <a16:colId xmlns:a16="http://schemas.microsoft.com/office/drawing/2014/main" val="1001536655"/>
                    </a:ext>
                  </a:extLst>
                </a:gridCol>
                <a:gridCol w="861836">
                  <a:extLst>
                    <a:ext uri="{9D8B030D-6E8A-4147-A177-3AD203B41FA5}">
                      <a16:colId xmlns:a16="http://schemas.microsoft.com/office/drawing/2014/main" val="3084440228"/>
                    </a:ext>
                  </a:extLst>
                </a:gridCol>
                <a:gridCol w="1026217">
                  <a:extLst>
                    <a:ext uri="{9D8B030D-6E8A-4147-A177-3AD203B41FA5}">
                      <a16:colId xmlns:a16="http://schemas.microsoft.com/office/drawing/2014/main" val="1862773233"/>
                    </a:ext>
                  </a:extLst>
                </a:gridCol>
                <a:gridCol w="1037173">
                  <a:extLst>
                    <a:ext uri="{9D8B030D-6E8A-4147-A177-3AD203B41FA5}">
                      <a16:colId xmlns:a16="http://schemas.microsoft.com/office/drawing/2014/main" val="3753827138"/>
                    </a:ext>
                  </a:extLst>
                </a:gridCol>
                <a:gridCol w="2978782">
                  <a:extLst>
                    <a:ext uri="{9D8B030D-6E8A-4147-A177-3AD203B41FA5}">
                      <a16:colId xmlns:a16="http://schemas.microsoft.com/office/drawing/2014/main" val="448201589"/>
                    </a:ext>
                  </a:extLst>
                </a:gridCol>
              </a:tblGrid>
              <a:tr h="4647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Evaluation Dimension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Performance Metric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Target Benchmark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Deterministic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Probabilistic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Hybrid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Operational Significance</a:t>
                      </a:r>
                      <a:endParaRPr lang="en-US" sz="8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515526"/>
                  </a:ext>
                </a:extLst>
              </a:tr>
              <a:tr h="256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2025 Fit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 R^2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&gt; 0.600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0.5293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0.588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0.6270 (CHAMPION)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M5 captures 62.7% of all demand variance on unseen future data.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42817"/>
                  </a:ext>
                </a:extLst>
              </a:tr>
              <a:tr h="256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2025 Fit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 RMSE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1,200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1,265.4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1,192.9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1,135.0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Slashes large prediction errors by 130.4 pax/hr vs. M1.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96436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2025 Fit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 MAE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850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902.1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855.1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795.0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Average hourly error is under 800 passengers across terminal complexes.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913266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2025 Fit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 MASE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1.000 (Ideal &lt; 0.850)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0.942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0.91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0.846 (CHAMPION)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M5 achieves the academic stretch target, beating daily persistence by 15.4%.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395875"/>
                  </a:ext>
                </a:extLst>
              </a:tr>
              <a:tr h="256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2025 Fit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Mean Bias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~ 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-184.2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-295.3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-402.9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Rebuilding M1 with a 2-hr shift cut under-prediction bias by 44%.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532832"/>
                  </a:ext>
                </a:extLst>
              </a:tr>
              <a:tr h="256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Robustness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RMSE_routine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1,150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1,265.4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1,167.9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1,114.7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Confirms H1: ML and Hybrids fit calm, nominal daily curves tighter.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0285"/>
                  </a:ext>
                </a:extLst>
              </a:tr>
              <a:tr h="3718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Robustness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MASE_routine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0.900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0.942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0.89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0.834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M5 delivers an 11.5% accuracy advantage over deterministic schedules.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324506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Robustness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Diebold-Mariano Stat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 &lt; 0.001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Baseline Control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DM = 74.25 (p &lt; 0.0001)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DM = 79.12 (p &lt; 0.0001)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Mathematically proves that ML and Hybrid gains are genuine (p &lt; 0.0001).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145413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Resilience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RMSE_shock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1,100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1,228.9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1,024.9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1,023.2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Tight error bounds during severe weather storms and airport ground stops.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207607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Resilience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MASE_shock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0.850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0.966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0.772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0.737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Dynamic models perform 26% better than naive guessing during disruptions.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695351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Resilience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Resilience Multiplier (R_MASE)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1.30 (Fragile &gt;= 2.0)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1.03 (Static blind)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0.87 (Acute surge: 2.14)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0.88 (Maintains &lt;= 1.28)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Confirms H2: Pure ML collapses during delayed flight holds (R = 2.14); Hybrid stays resilient via queue feedback.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58609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Resilience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Time-to-Recovery (TTR)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4.0 hours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8.4 hours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6.7 hours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3.2 hours (FASTEST)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M5 returns to normal error bounds 5.2 hrs faster than M1 and 3.5 hrs faster than M3.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85876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Generalizability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Zero-Shot RMSE_transfer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1,350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1,321.0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1,162.8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1,237.4 pax/hr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Prediction error when deploying models to an unfamiliar airport with zero re-training.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102958"/>
                  </a:ext>
                </a:extLst>
              </a:tr>
              <a:tr h="5064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Generalizability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Relative Transfer Ratio (RTR)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&lt;= 1.10 (Near 1.00)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1.04 (EXCELLENT)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1.08 (EXCELLENT)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1.19 (Moderate penalty)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Confirms H3: Deterministic physical rules (RTR = 1.04) and convolved ML (RTR = 1.08) generalize across airports much better than decision trees.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610413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Generalizability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Transfer Penalty (Delta_transfer_pct)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&lt;= 10.0%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+4.4% (MINIMAL)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+7.9% (LOW)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+18.7% (ELEVATED)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Simple deterministic baselines lose only 4.4% accuracy on transfer, while decision trees lose 18.7% due to local terminal overfitting.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35385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Generalizability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Delta_MASE_transfer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&lt; +0.100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0.041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0.071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0.158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Rebuilt M1 and M3 easily beat the +0.100 threshold, confirming high zero-shot portability.</a:t>
                      </a:r>
                      <a:endParaRPr lang="en-US" sz="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0190" marR="3373" marT="11483" marB="861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96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91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2484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1487</Words>
  <Application>Microsoft Macintosh PowerPoint</Application>
  <PresentationFormat>Widescreen</PresentationFormat>
  <Paragraphs>329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Wingdings</vt:lpstr>
      <vt:lpstr>Office Theme</vt:lpstr>
      <vt:lpstr>Results Diagrams</vt:lpstr>
      <vt:lpstr>PowerPoint Presentation</vt:lpstr>
      <vt:lpstr>PowerPoint Presentation</vt:lpstr>
      <vt:lpstr>Four-Tiered Purpose Filtering Pipeline</vt:lpstr>
      <vt:lpstr>PowerPoint Presentation</vt:lpstr>
      <vt:lpstr>Overall 2025 Holdout Fit</vt:lpstr>
      <vt:lpstr>Robustness</vt:lpstr>
      <vt:lpstr>Resilience</vt:lpstr>
      <vt:lpstr>Generalizability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Gleich, Leila</dc:creator>
  <cp:lastModifiedBy>Gleich, Leila</cp:lastModifiedBy>
  <cp:revision>1</cp:revision>
  <dcterms:created xsi:type="dcterms:W3CDTF">2026-09-21T20:04:52Z</dcterms:created>
  <dcterms:modified xsi:type="dcterms:W3CDTF">2026-09-24T21:57:24Z</dcterms:modified>
</cp:coreProperties>
</file>